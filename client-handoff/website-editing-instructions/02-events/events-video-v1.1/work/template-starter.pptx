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659784e775488b" /><Relationship Type="http://schemas.openxmlformats.org/officeDocument/2006/relationships/extended-properties" Target="/docProps/app.xml" Id="Re4d291972d2f412a" /><Relationship Type="http://schemas.openxmlformats.org/officeDocument/2006/relationships/officeDocument" Target="/ppt/presentation.xml" Id="R8e9c887395014a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c1b06806e543d2"/>
  </p:sldMasterIdLst>
  <p:notesMasterIdLst>
    <p:notesMasterId xmlns:r="http://schemas.openxmlformats.org/officeDocument/2006/relationships" r:id="Rd15757e5e2054758"/>
  </p:notesMasterIdLst>
  <p:sldIdLst>
    <p:sldId xmlns:r="http://schemas.openxmlformats.org/officeDocument/2006/relationships" id="256" r:id="R7308046b8ebd4e45"/>
    <p:sldId xmlns:r="http://schemas.openxmlformats.org/officeDocument/2006/relationships" id="257" r:id="R1ebbfe8419974e24"/>
    <p:sldId xmlns:r="http://schemas.openxmlformats.org/officeDocument/2006/relationships" id="258" r:id="R73fa75afad164a18"/>
    <p:sldId xmlns:r="http://schemas.openxmlformats.org/officeDocument/2006/relationships" id="259" r:id="R1283822d6e644269"/>
    <p:sldId xmlns:r="http://schemas.openxmlformats.org/officeDocument/2006/relationships" id="260" r:id="Re4245e7eda364d5c"/>
    <p:sldId xmlns:r="http://schemas.openxmlformats.org/officeDocument/2006/relationships" id="261" r:id="R2e7a0917e44944f9"/>
    <p:sldId xmlns:r="http://schemas.openxmlformats.org/officeDocument/2006/relationships" id="262" r:id="R3fe832b9402f4c97"/>
    <p:sldId xmlns:r="http://schemas.openxmlformats.org/officeDocument/2006/relationships" id="263" r:id="R7d9abfc762164ce4"/>
    <p:sldId xmlns:r="http://schemas.openxmlformats.org/officeDocument/2006/relationships" id="264" r:id="Rd5b166c4114f4226"/>
    <p:sldId xmlns:r="http://schemas.openxmlformats.org/officeDocument/2006/relationships" id="265" r:id="R99e1f1d1791f4e38"/>
    <p:sldId xmlns:r="http://schemas.openxmlformats.org/officeDocument/2006/relationships" id="266" r:id="Rce18dacd9df9474a"/>
    <p:sldId xmlns:r="http://schemas.openxmlformats.org/officeDocument/2006/relationships" id="267" r:id="Red15e682b4bf424d"/>
    <p:sldId xmlns:r="http://schemas.openxmlformats.org/officeDocument/2006/relationships" id="268" r:id="Rc73fa89be31947e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1581743c744f8b" /><Relationship Type="http://schemas.openxmlformats.org/officeDocument/2006/relationships/slideMaster" Target="/ppt/slideMasters/slideMaster1.xml" Id="Rafc1b06806e543d2" /><Relationship Type="http://schemas.openxmlformats.org/officeDocument/2006/relationships/notesMaster" Target="/ppt/notesMasters/notesMaster1.xml" Id="Rd15757e5e2054758" /><Relationship Type="http://schemas.openxmlformats.org/officeDocument/2006/relationships/presProps" Target="/ppt/presProps.xml" Id="R1a8f52a01e874210" /><Relationship Type="http://schemas.openxmlformats.org/officeDocument/2006/relationships/tableStyles" Target="/ppt/tableStyles.xml" Id="R9a5211d6adb84ac2" /><Relationship Type="http://schemas.openxmlformats.org/officeDocument/2006/relationships/slide" Target="/ppt/slides/slide1.xml" Id="R7308046b8ebd4e45" /><Relationship Type="http://schemas.openxmlformats.org/officeDocument/2006/relationships/slide" Target="/ppt/slides/slide2.xml" Id="R1ebbfe8419974e24" /><Relationship Type="http://schemas.openxmlformats.org/officeDocument/2006/relationships/slide" Target="/ppt/slides/slide3.xml" Id="R73fa75afad164a18" /><Relationship Type="http://schemas.openxmlformats.org/officeDocument/2006/relationships/slide" Target="/ppt/slides/slide4.xml" Id="R1283822d6e644269" /><Relationship Type="http://schemas.openxmlformats.org/officeDocument/2006/relationships/slide" Target="/ppt/slides/slide5.xml" Id="Re4245e7eda364d5c" /><Relationship Type="http://schemas.openxmlformats.org/officeDocument/2006/relationships/slide" Target="/ppt/slides/slide6.xml" Id="R2e7a0917e44944f9" /><Relationship Type="http://schemas.openxmlformats.org/officeDocument/2006/relationships/slide" Target="/ppt/slides/slide7.xml" Id="R3fe832b9402f4c97" /><Relationship Type="http://schemas.openxmlformats.org/officeDocument/2006/relationships/slide" Target="/ppt/slides/slide8.xml" Id="R7d9abfc762164ce4" /><Relationship Type="http://schemas.openxmlformats.org/officeDocument/2006/relationships/slide" Target="/ppt/slides/slide9.xml" Id="Rd5b166c4114f4226" /><Relationship Type="http://schemas.openxmlformats.org/officeDocument/2006/relationships/slide" Target="/ppt/slides/slide10.xml" Id="R99e1f1d1791f4e38" /><Relationship Type="http://schemas.openxmlformats.org/officeDocument/2006/relationships/slide" Target="/ppt/slides/slide11.xml" Id="Rce18dacd9df9474a" /><Relationship Type="http://schemas.openxmlformats.org/officeDocument/2006/relationships/slide" Target="/ppt/slides/slide12.xml" Id="Red15e682b4bf424d" /><Relationship Type="http://schemas.openxmlformats.org/officeDocument/2006/relationships/slide" Target="/ppt/slides/slide13.xml" Id="Rc73fa89be31947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387c0f27c447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a1b12f455c477d" /><Relationship Type="http://schemas.openxmlformats.org/officeDocument/2006/relationships/notesMaster" Target="/ppt/notesMasters/notesMaster1.xml" Id="R640f3dd935c749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7d3c688d04602" /><Relationship Type="http://schemas.openxmlformats.org/officeDocument/2006/relationships/notesMaster" Target="/ppt/notesMasters/notesMaster1.xml" Id="R8909c825812840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9177143c2b4ea1" /><Relationship Type="http://schemas.openxmlformats.org/officeDocument/2006/relationships/notesMaster" Target="/ppt/notesMasters/notesMaster1.xml" Id="R629186e5325f44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4de5dff60f43ed" /><Relationship Type="http://schemas.openxmlformats.org/officeDocument/2006/relationships/notesMaster" Target="/ppt/notesMasters/notesMaster1.xml" Id="R9ea7497607d0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3c37c6ffbb4374" /><Relationship Type="http://schemas.openxmlformats.org/officeDocument/2006/relationships/notesMaster" Target="/ppt/notesMasters/notesMaster1.xml" Id="R13896f5d25e24e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80c4f1da0449f8" /><Relationship Type="http://schemas.openxmlformats.org/officeDocument/2006/relationships/notesMaster" Target="/ppt/notesMasters/notesMaster1.xml" Id="R0748947d13e94d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4acbcf3967493f" /><Relationship Type="http://schemas.openxmlformats.org/officeDocument/2006/relationships/notesMaster" Target="/ppt/notesMasters/notesMaster1.xml" Id="R75f13cc641604e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f69bea9965412b" /><Relationship Type="http://schemas.openxmlformats.org/officeDocument/2006/relationships/notesMaster" Target="/ppt/notesMasters/notesMaster1.xml" Id="Rdff7b36773ba45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ef8487918447bf" /><Relationship Type="http://schemas.openxmlformats.org/officeDocument/2006/relationships/notesMaster" Target="/ppt/notesMasters/notesMaster1.xml" Id="Recd9c2465b5148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a1035dbb494049" /><Relationship Type="http://schemas.openxmlformats.org/officeDocument/2006/relationships/notesMaster" Target="/ppt/notesMasters/notesMaster1.xml" Id="R77604456fdd548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a390f8cd844cf0" /><Relationship Type="http://schemas.openxmlformats.org/officeDocument/2006/relationships/notesMaster" Target="/ppt/notesMasters/notesMaster1.xml" Id="R08ef27104b6b4d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32c64a379848a6" /><Relationship Type="http://schemas.openxmlformats.org/officeDocument/2006/relationships/notesMaster" Target="/ppt/notesMasters/notesMaster1.xml" Id="Rafc69138071b48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6dac5d0f0a4b75" /><Relationship Type="http://schemas.openxmlformats.org/officeDocument/2006/relationships/notesMaster" Target="/ppt/notesMasters/notesMaster1.xml" Id="Re1013cfd4ebb4e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https://rebekahspureliving.com/practitioners/ (captured September 1,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ff53f355994a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6f93e90efa4984" /><Relationship Type="http://schemas.openxmlformats.org/officeDocument/2006/relationships/slideLayout" Target="/ppt/slideLayouts/slideLayout1.xml" Id="R55b04beef0ce49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b04beef0ce49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27d36222a419c" /><Relationship Type="http://schemas.openxmlformats.org/officeDocument/2006/relationships/image" Target="/ppt/media/image.png" Id="R97d59ac8638d4ae8" /><Relationship Type="http://schemas.openxmlformats.org/officeDocument/2006/relationships/notesSlide" Target="/ppt/notesSlides/notesSlide1.xml" Id="Rce4e3fbea0664d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4db2d8a49437a" /><Relationship Type="http://schemas.openxmlformats.org/officeDocument/2006/relationships/notesSlide" Target="/ppt/notesSlides/notesSlide2.xml" Id="R142462570dec4d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63d7535694ff0" /><Relationship Type="http://schemas.openxmlformats.org/officeDocument/2006/relationships/notesSlide" Target="/ppt/notesSlides/notesSlide3.xml" Id="R6477e97d3fc049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e062da8974a49" /><Relationship Type="http://schemas.openxmlformats.org/officeDocument/2006/relationships/image" Target="/ppt/media/image.jpeg" Id="Re9e76e57244644df" /><Relationship Type="http://schemas.openxmlformats.org/officeDocument/2006/relationships/notesSlide" Target="/ppt/notesSlides/notesSlide4.xml" Id="R370ef6ed71ac42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3efd07a804418" /><Relationship Type="http://schemas.openxmlformats.org/officeDocument/2006/relationships/image" Target="/ppt/media/image2.jpeg" Id="R93bcc431aae346c4" /><Relationship Type="http://schemas.openxmlformats.org/officeDocument/2006/relationships/notesSlide" Target="/ppt/notesSlides/notesSlide5.xml" Id="R2166e5e5ad434e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227ea1667436f" /><Relationship Type="http://schemas.openxmlformats.org/officeDocument/2006/relationships/image" Target="/ppt/media/image3.jpeg" Id="R1a3ec63893794b3b" /><Relationship Type="http://schemas.openxmlformats.org/officeDocument/2006/relationships/notesSlide" Target="/ppt/notesSlides/notesSlide6.xml" Id="Re720923173974d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b01baaa9e4d74" /><Relationship Type="http://schemas.openxmlformats.org/officeDocument/2006/relationships/image" Target="/ppt/media/image4.jpeg" Id="Rf22109e5018a49f8" /><Relationship Type="http://schemas.openxmlformats.org/officeDocument/2006/relationships/notesSlide" Target="/ppt/notesSlides/notesSlide7.xml" Id="Rb6f95dadd3aa44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ae6a1b0484411" /><Relationship Type="http://schemas.openxmlformats.org/officeDocument/2006/relationships/image" Target="/ppt/media/image5.jpeg" Id="Rcd056faefe874cd8" /><Relationship Type="http://schemas.openxmlformats.org/officeDocument/2006/relationships/notesSlide" Target="/ppt/notesSlides/notesSlide8.xml" Id="Rfbf6cb2db8a44b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63cd15e1446fe" /><Relationship Type="http://schemas.openxmlformats.org/officeDocument/2006/relationships/image" Target="/ppt/media/image6.jpeg" Id="R7ad94443f610472c" /><Relationship Type="http://schemas.openxmlformats.org/officeDocument/2006/relationships/notesSlide" Target="/ppt/notesSlides/notesSlide9.xml" Id="R3985cd44339746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aebb2e2784305" /><Relationship Type="http://schemas.openxmlformats.org/officeDocument/2006/relationships/image" Target="/ppt/media/image7.jpeg" Id="R7a282e909bfd4b6f" /><Relationship Type="http://schemas.openxmlformats.org/officeDocument/2006/relationships/notesSlide" Target="/ppt/notesSlides/notesSlide10.xml" Id="Rd8476c74567542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f29c557d3414c" /><Relationship Type="http://schemas.openxmlformats.org/officeDocument/2006/relationships/image" Target="/ppt/media/image8.jpeg" Id="Rcd9d937dc0724e7c" /><Relationship Type="http://schemas.openxmlformats.org/officeDocument/2006/relationships/notesSlide" Target="/ppt/notesSlides/notesSlide11.xml" Id="Rbe2847208c5e47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7fd420d5140b0" /><Relationship Type="http://schemas.openxmlformats.org/officeDocument/2006/relationships/image" Target="/ppt/media/image9.jpeg" Id="R3d1e777281934c01" /><Relationship Type="http://schemas.openxmlformats.org/officeDocument/2006/relationships/notesSlide" Target="/ppt/notesSlides/notesSlide12.xml" Id="R1d2ba506596b48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2c058ae974aff" /><Relationship Type="http://schemas.openxmlformats.org/officeDocument/2006/relationships/notesSlide" Target="/ppt/notesSlides/notesSlide13.xml" Id="Rd217e98a553049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an existing practitioner listing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1/16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59ac8638d4ae8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Update approved practitioner information, save it safely, clear the applicable cache, and verify the live result.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•  Live website  •  Full-screen version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role: Editor or Administrator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2/16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is enough for this task.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you do not know your role, stop and ask Blue Nova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Confirm the live login address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3/16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LIVE WORDPRESS LOGIN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Confirm this live address before making a change.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All Medical Practicioners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76e57244644df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4-box">
            <a:extLst xmlns:a="http://schemas.openxmlformats.org/drawingml/2006/main">
              <a:ext uri="{FF2B5EF4-FFF2-40B4-BE49-F238E27FC236}">
                <a16:creationId xmlns:a16="http://schemas.microsoft.com/office/drawing/2014/main" id="{749CC583-2ADA-4B0C-B07C-A70D394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6193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4-heading">
            <a:extLst xmlns:a="http://schemas.openxmlformats.org/drawingml/2006/main">
              <a:ext uri="{FF2B5EF4-FFF2-40B4-BE49-F238E27FC236}">
                <a16:creationId xmlns:a16="http://schemas.microsoft.com/office/drawing/2014/main" id="{7F25953F-4AE7-4F02-A289-F98AEE3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7908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4-body">
            <a:extLst xmlns:a="http://schemas.openxmlformats.org/drawingml/2006/main">
              <a:ext uri="{FF2B5EF4-FFF2-40B4-BE49-F238E27FC236}">
                <a16:creationId xmlns:a16="http://schemas.microsoft.com/office/drawing/2014/main" id="{10B576F1-08BF-4DE2-87D4-C0B5EEA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248025"/>
            <a:ext cx="2876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All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Search by name if needed.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only approved service categories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7/16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cc431aae346c4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7-box">
            <a:extLst xmlns:a="http://schemas.openxmlformats.org/drawingml/2006/main">
              <a:ext uri="{FF2B5EF4-FFF2-40B4-BE49-F238E27FC236}">
                <a16:creationId xmlns:a16="http://schemas.microsoft.com/office/drawing/2014/main" id="{0F19B1DB-3B3B-49C1-80BC-96FCE75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7-heading">
            <a:extLst xmlns:a="http://schemas.openxmlformats.org/drawingml/2006/main">
              <a:ext uri="{FF2B5EF4-FFF2-40B4-BE49-F238E27FC236}">
                <a16:creationId xmlns:a16="http://schemas.microsoft.com/office/drawing/2014/main" id="{82F39FEE-796F-4780-ABB1-8EFCF56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7-body">
            <a:extLst xmlns:a="http://schemas.openxmlformats.org/drawingml/2006/main">
              <a:ext uri="{FF2B5EF4-FFF2-40B4-BE49-F238E27FC236}">
                <a16:creationId xmlns:a16="http://schemas.microsoft.com/office/drawing/2014/main" id="{7B905C5E-FC7C-4CAF-A6DE-D492D9B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Find Medical Service.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Check the approved category.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Uncheck incorrect categories.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Edit the description in Visual mode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9/16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ec63893794b3b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9-box">
            <a:extLst xmlns:a="http://schemas.openxmlformats.org/drawingml/2006/main">
              <a:ext uri="{FF2B5EF4-FFF2-40B4-BE49-F238E27FC236}">
                <a16:creationId xmlns:a16="http://schemas.microsoft.com/office/drawing/2014/main" id="{4ABC69C6-DAD4-4F33-9D0B-71C0042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9-heading">
            <a:extLst xmlns:a="http://schemas.openxmlformats.org/drawingml/2006/main">
              <a:ext uri="{FF2B5EF4-FFF2-40B4-BE49-F238E27FC236}">
                <a16:creationId xmlns:a16="http://schemas.microsoft.com/office/drawing/2014/main" id="{A67D71E3-0150-41E7-8E63-2A3F77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9-body">
            <a:extLst xmlns:a="http://schemas.openxmlformats.org/drawingml/2006/main">
              <a:ext uri="{FF2B5EF4-FFF2-40B4-BE49-F238E27FC236}">
                <a16:creationId xmlns:a16="http://schemas.microsoft.com/office/drawing/2014/main" id="{7902B29C-2B93-41ED-ABA6-92C8BE4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Select Visual.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Replace the approved description.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Keep the paragraph breaks.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only approved public contact details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10/16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109e5018a49f8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0-box">
            <a:extLst xmlns:a="http://schemas.openxmlformats.org/drawingml/2006/main">
              <a:ext uri="{FF2B5EF4-FFF2-40B4-BE49-F238E27FC236}">
                <a16:creationId xmlns:a16="http://schemas.microsoft.com/office/drawing/2014/main" id="{47D5217A-E42C-4ADF-9103-30D5116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0-heading">
            <a:extLst xmlns:a="http://schemas.openxmlformats.org/drawingml/2006/main">
              <a:ext uri="{FF2B5EF4-FFF2-40B4-BE49-F238E27FC236}">
                <a16:creationId xmlns:a16="http://schemas.microsoft.com/office/drawing/2014/main" id="{780B9F1D-0BB3-4C1A-B929-5C80B4B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0-body">
            <a:extLst xmlns:a="http://schemas.openxmlformats.org/drawingml/2006/main">
              <a:ext uri="{FF2B5EF4-FFF2-40B4-BE49-F238E27FC236}">
                <a16:creationId xmlns:a16="http://schemas.microsoft.com/office/drawing/2014/main" id="{59DF0A13-2632-4088-9ED5-479F2E0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Add only approved public details.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every link.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Remove outdated contact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Review every field you changed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11/16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56faefe874cd8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1-box">
            <a:extLst xmlns:a="http://schemas.openxmlformats.org/drawingml/2006/main">
              <a:ext uri="{FF2B5EF4-FFF2-40B4-BE49-F238E27FC236}">
                <a16:creationId xmlns:a16="http://schemas.microsoft.com/office/drawing/2014/main" id="{675C4915-8EB7-4966-8DF8-3A318AC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1-heading">
            <a:extLst xmlns:a="http://schemas.openxmlformats.org/drawingml/2006/main">
              <a:ext uri="{FF2B5EF4-FFF2-40B4-BE49-F238E27FC236}">
                <a16:creationId xmlns:a16="http://schemas.microsoft.com/office/drawing/2014/main" id="{DB8BA70E-1E1C-42FF-8AD2-9CCC11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1-body">
            <a:extLst xmlns:a="http://schemas.openxmlformats.org/drawingml/2006/main">
              <a:ext uri="{FF2B5EF4-FFF2-40B4-BE49-F238E27FC236}">
                <a16:creationId xmlns:a16="http://schemas.microsoft.com/office/drawing/2014/main" id="{EF2C2CC5-DFDA-44D3-88A6-EB8D397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Re-read every changed field.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Compare with the approved information.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Fix errors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Select Save once—and wait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12/16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94443f610472c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2-box">
            <a:extLst xmlns:a="http://schemas.openxmlformats.org/drawingml/2006/main">
              <a:ext uri="{FF2B5EF4-FFF2-40B4-BE49-F238E27FC236}">
                <a16:creationId xmlns:a16="http://schemas.microsoft.com/office/drawing/2014/main" id="{AE96A1A7-2080-4A02-92EC-C234016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2-heading">
            <a:extLst xmlns:a="http://schemas.openxmlformats.org/drawingml/2006/main">
              <a:ext uri="{FF2B5EF4-FFF2-40B4-BE49-F238E27FC236}">
                <a16:creationId xmlns:a16="http://schemas.microsoft.com/office/drawing/2014/main" id="{8659E305-1C06-41F7-B96B-24B1D38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2-body">
            <a:extLst xmlns:a="http://schemas.openxmlformats.org/drawingml/2006/main">
              <a:ext uri="{FF2B5EF4-FFF2-40B4-BE49-F238E27FC236}">
                <a16:creationId xmlns:a16="http://schemas.microsoft.com/office/drawing/2014/main" id="{85081FAA-0F62-48F5-A83B-901A83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Click Save once.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click repeatedly.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Clear only the record’s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13/16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82e909bfd4b6f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Return to the practitioner list.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the same row.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Clear Cache.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exact public directory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d937dc0724e7c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4-box">
            <a:extLst xmlns:a="http://schemas.openxmlformats.org/drawingml/2006/main">
              <a:ext uri="{FF2B5EF4-FFF2-40B4-BE49-F238E27FC236}">
                <a16:creationId xmlns:a16="http://schemas.microsoft.com/office/drawing/2014/main" id="{6DC89904-0505-4186-A6F9-DE1457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5725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14" name="written-steps-s14-heading">
            <a:extLst xmlns:a="http://schemas.openxmlformats.org/drawingml/2006/main">
              <a:ext uri="{FF2B5EF4-FFF2-40B4-BE49-F238E27FC236}">
                <a16:creationId xmlns:a16="http://schemas.microsoft.com/office/drawing/2014/main" id="{E56D5C24-D474-49BD-8D23-ABC67D4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6487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4C3C"/>
                </a:solidFill>
              </a:defRPr>
            </a:pPr>
            <a:r>
              <a:rPr sz="1125" b="1">
                <a:solidFill>
                  <a:srgbClr val="174C3C"/>
                </a:solidFill>
              </a:rPr>
              <a:t>WRITTEN CHECK</a:t>
            </a:r>
          </a:p>
        </p:txBody>
      </p:sp>
      <p:sp>
        <p:nvSpPr>
          <p:cNvPr id="15" name="written-steps-s14-body">
            <a:extLst xmlns:a="http://schemas.openxmlformats.org/drawingml/2006/main">
              <a:ext uri="{FF2B5EF4-FFF2-40B4-BE49-F238E27FC236}">
                <a16:creationId xmlns:a16="http://schemas.microsoft.com/office/drawing/2014/main" id="{8D41BF83-9913-4A25-8265-FF672C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8896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1. Search the name.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2. Confirm the public details.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3. Check the links.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the full listing and check a phone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e777281934c01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5-box">
            <a:extLst xmlns:a="http://schemas.openxmlformats.org/drawingml/2006/main">
              <a:ext uri="{FF2B5EF4-FFF2-40B4-BE49-F238E27FC236}">
                <a16:creationId xmlns:a16="http://schemas.microsoft.com/office/drawing/2014/main" id="{95F7E925-0EF7-4F1A-9828-BF8ECBF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5-heading">
            <a:extLst xmlns:a="http://schemas.openxmlformats.org/drawingml/2006/main">
              <a:ext uri="{FF2B5EF4-FFF2-40B4-BE49-F238E27FC236}">
                <a16:creationId xmlns:a16="http://schemas.microsoft.com/office/drawing/2014/main" id="{14D4D90E-89F6-47C7-9D04-00F104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5-body">
            <a:extLst xmlns:a="http://schemas.openxmlformats.org/drawingml/2006/main">
              <a:ext uri="{FF2B5EF4-FFF2-40B4-BE49-F238E27FC236}">
                <a16:creationId xmlns:a16="http://schemas.microsoft.com/office/drawing/2014/main" id="{CC6F111D-F8F6-4BF7-B6D2-F9566B6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5734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1. Click View full listing.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2. Check the full details and links.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3. Repeat the check on a phone.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Finish every edit with the same three checks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16/16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SAVE  →  CLEAR THE APPLICABLE CACHE  →  VERIFY THE EXACT PUBLIC PAGE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Check the result on desktop and phone.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any check fails, take a screenshot and contact Blue Nova before changing anything again.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2026-09-01T14:51:36.6330000Z</dcterms:created>
  <dcterms:modified xsi:type="dcterms:W3CDTF">2026-09-01T14:51:36.6330000Z</dcterms:modified>
</coreProperties>
</file>