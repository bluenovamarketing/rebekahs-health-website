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73e9b1f2cf49dc" /><Relationship Type="http://schemas.openxmlformats.org/officeDocument/2006/relationships/extended-properties" Target="/docProps/app.xml" Id="R44627ac3a53644db" /><Relationship Type="http://schemas.openxmlformats.org/officeDocument/2006/relationships/officeDocument" Target="/ppt/presentation.xml" Id="R69e1bc27bcab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18a13e5324801"/>
  </p:sldMasterIdLst>
  <p:notesMasterIdLst>
    <p:notesMasterId xmlns:r="http://schemas.openxmlformats.org/officeDocument/2006/relationships" r:id="R38b74c5df1ea431e"/>
  </p:notesMasterIdLst>
  <p:sldIdLst>
    <p:sldId xmlns:r="http://schemas.openxmlformats.org/officeDocument/2006/relationships" id="256" r:id="Rc5c1cadd93dc4434"/>
    <p:sldId xmlns:r="http://schemas.openxmlformats.org/officeDocument/2006/relationships" id="257" r:id="R517ae747955a420c"/>
    <p:sldId xmlns:r="http://schemas.openxmlformats.org/officeDocument/2006/relationships" id="258" r:id="Raea60361cfe94260"/>
    <p:sldId xmlns:r="http://schemas.openxmlformats.org/officeDocument/2006/relationships" id="259" r:id="Re9e6886cd31f4fdc"/>
    <p:sldId xmlns:r="http://schemas.openxmlformats.org/officeDocument/2006/relationships" id="260" r:id="R17c815ec5e2746d2"/>
    <p:sldId xmlns:r="http://schemas.openxmlformats.org/officeDocument/2006/relationships" id="261" r:id="R051ac237a2cf4d26"/>
    <p:sldId xmlns:r="http://schemas.openxmlformats.org/officeDocument/2006/relationships" id="262" r:id="R52623679d60f49a3"/>
    <p:sldId xmlns:r="http://schemas.openxmlformats.org/officeDocument/2006/relationships" id="263" r:id="Rfd73edf64d8e47a9"/>
    <p:sldId xmlns:r="http://schemas.openxmlformats.org/officeDocument/2006/relationships" id="264" r:id="R26cfe26513e54514"/>
    <p:sldId xmlns:r="http://schemas.openxmlformats.org/officeDocument/2006/relationships" id="265" r:id="R2ca9c51a782f4f6c"/>
    <p:sldId xmlns:r="http://schemas.openxmlformats.org/officeDocument/2006/relationships" id="266" r:id="R84240629082648e7"/>
    <p:sldId xmlns:r="http://schemas.openxmlformats.org/officeDocument/2006/relationships" id="267" r:id="R57b51a016711490d"/>
    <p:sldId xmlns:r="http://schemas.openxmlformats.org/officeDocument/2006/relationships" id="268" r:id="R105c3b701bb54ca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9ebe021f14617" /><Relationship Type="http://schemas.openxmlformats.org/officeDocument/2006/relationships/slideMaster" Target="/ppt/slideMasters/slideMaster1.xml" Id="Rf7618a13e5324801" /><Relationship Type="http://schemas.openxmlformats.org/officeDocument/2006/relationships/notesMaster" Target="/ppt/notesMasters/notesMaster1.xml" Id="R38b74c5df1ea431e" /><Relationship Type="http://schemas.openxmlformats.org/officeDocument/2006/relationships/presProps" Target="/ppt/presProps.xml" Id="R99fb49ae0f4b4e7c" /><Relationship Type="http://schemas.openxmlformats.org/officeDocument/2006/relationships/tableStyles" Target="/ppt/tableStyles.xml" Id="R83efabd6d0a74141" /><Relationship Type="http://schemas.openxmlformats.org/officeDocument/2006/relationships/slide" Target="/ppt/slides/slide1.xml" Id="Rc5c1cadd93dc4434" /><Relationship Type="http://schemas.openxmlformats.org/officeDocument/2006/relationships/slide" Target="/ppt/slides/slide2.xml" Id="R517ae747955a420c" /><Relationship Type="http://schemas.openxmlformats.org/officeDocument/2006/relationships/slide" Target="/ppt/slides/slide3.xml" Id="Raea60361cfe94260" /><Relationship Type="http://schemas.openxmlformats.org/officeDocument/2006/relationships/slide" Target="/ppt/slides/slide4.xml" Id="Re9e6886cd31f4fdc" /><Relationship Type="http://schemas.openxmlformats.org/officeDocument/2006/relationships/slide" Target="/ppt/slides/slide5.xml" Id="R17c815ec5e2746d2" /><Relationship Type="http://schemas.openxmlformats.org/officeDocument/2006/relationships/slide" Target="/ppt/slides/slide6.xml" Id="R051ac237a2cf4d26" /><Relationship Type="http://schemas.openxmlformats.org/officeDocument/2006/relationships/slide" Target="/ppt/slides/slide7.xml" Id="R52623679d60f49a3" /><Relationship Type="http://schemas.openxmlformats.org/officeDocument/2006/relationships/slide" Target="/ppt/slides/slide8.xml" Id="Rfd73edf64d8e47a9" /><Relationship Type="http://schemas.openxmlformats.org/officeDocument/2006/relationships/slide" Target="/ppt/slides/slide9.xml" Id="R26cfe26513e54514" /><Relationship Type="http://schemas.openxmlformats.org/officeDocument/2006/relationships/slide" Target="/ppt/slides/slide10.xml" Id="R2ca9c51a782f4f6c" /><Relationship Type="http://schemas.openxmlformats.org/officeDocument/2006/relationships/slide" Target="/ppt/slides/slide11.xml" Id="R84240629082648e7" /><Relationship Type="http://schemas.openxmlformats.org/officeDocument/2006/relationships/slide" Target="/ppt/slides/slide12.xml" Id="R57b51a016711490d" /><Relationship Type="http://schemas.openxmlformats.org/officeDocument/2006/relationships/slide" Target="/ppt/slides/slide13.xml" Id="R105c3b701bb5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054c6b4e0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d0920dfc44ee9" /><Relationship Type="http://schemas.openxmlformats.org/officeDocument/2006/relationships/notesMaster" Target="/ppt/notesMasters/notesMaster1.xml" Id="Rc3b1fdf7a404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c8d327a64454c" /><Relationship Type="http://schemas.openxmlformats.org/officeDocument/2006/relationships/notesMaster" Target="/ppt/notesMasters/notesMaster1.xml" Id="Rfdb6d0b1e93648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49da3b4d16400c" /><Relationship Type="http://schemas.openxmlformats.org/officeDocument/2006/relationships/notesMaster" Target="/ppt/notesMasters/notesMaster1.xml" Id="R3632abf969254e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94fc2e434c4b56" /><Relationship Type="http://schemas.openxmlformats.org/officeDocument/2006/relationships/notesMaster" Target="/ppt/notesMasters/notesMaster1.xml" Id="Rc3e8f94acf8b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6c82fe135448d8" /><Relationship Type="http://schemas.openxmlformats.org/officeDocument/2006/relationships/notesMaster" Target="/ppt/notesMasters/notesMaster1.xml" Id="R780a47b92e9a48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52a95ee8344853" /><Relationship Type="http://schemas.openxmlformats.org/officeDocument/2006/relationships/notesMaster" Target="/ppt/notesMasters/notesMaster1.xml" Id="R12e2765097814b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c868a911c4b19" /><Relationship Type="http://schemas.openxmlformats.org/officeDocument/2006/relationships/notesMaster" Target="/ppt/notesMasters/notesMaster1.xml" Id="R043ad52bd232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63d6d859d4238" /><Relationship Type="http://schemas.openxmlformats.org/officeDocument/2006/relationships/notesMaster" Target="/ppt/notesMasters/notesMaster1.xml" Id="Rdbba46228d1a43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691241995b47b8" /><Relationship Type="http://schemas.openxmlformats.org/officeDocument/2006/relationships/notesMaster" Target="/ppt/notesMasters/notesMaster1.xml" Id="R26f9d2181b6b43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0ee9710b2a402a" /><Relationship Type="http://schemas.openxmlformats.org/officeDocument/2006/relationships/notesMaster" Target="/ppt/notesMasters/notesMaster1.xml" Id="R6680906e90b74b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af21f99b2a4819" /><Relationship Type="http://schemas.openxmlformats.org/officeDocument/2006/relationships/notesMaster" Target="/ppt/notesMasters/notesMaster1.xml" Id="R2717ec97083640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93be03a7894f90" /><Relationship Type="http://schemas.openxmlformats.org/officeDocument/2006/relationships/notesMaster" Target="/ppt/notesMasters/notesMaster1.xml" Id="R4a8fde93dd9f48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97e2dc953a42ca" /><Relationship Type="http://schemas.openxmlformats.org/officeDocument/2006/relationships/notesMaster" Target="/ppt/notesMasters/notesMaster1.xml" Id="Rf0246bfa42c7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88391044440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46e180afb418f" /><Relationship Type="http://schemas.openxmlformats.org/officeDocument/2006/relationships/slideLayout" Target="/ppt/slideLayouts/slideLayout1.xml" Id="Rc31f205a8a05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f205a8a05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e72c6591a474e" /><Relationship Type="http://schemas.openxmlformats.org/officeDocument/2006/relationships/image" Target="/ppt/media/image.png" Id="R842972694bba4a02" /><Relationship Type="http://schemas.openxmlformats.org/officeDocument/2006/relationships/notesSlide" Target="/ppt/notesSlides/notesSlide1.xml" Id="Rd8fc3224cbd249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b2558b6284a9f" /><Relationship Type="http://schemas.openxmlformats.org/officeDocument/2006/relationships/notesSlide" Target="/ppt/notesSlides/notesSlide2.xml" Id="R6b81d519be5449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e480d3bdb4aed" /><Relationship Type="http://schemas.openxmlformats.org/officeDocument/2006/relationships/notesSlide" Target="/ppt/notesSlides/notesSlide3.xml" Id="R90c3cc60fbbf4b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dad58b81c4171" /><Relationship Type="http://schemas.openxmlformats.org/officeDocument/2006/relationships/image" Target="/ppt/media/image.jpeg" Id="R34599a848aee4ef4" /><Relationship Type="http://schemas.openxmlformats.org/officeDocument/2006/relationships/image" Target="/ppt/media/image2.jpeg" Id="Rccbcad9ebf1240f4" /><Relationship Type="http://schemas.openxmlformats.org/officeDocument/2006/relationships/notesSlide" Target="/ppt/notesSlides/notesSlide4.xml" Id="Rc7c435a90d5a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aaf8486f64231" /><Relationship Type="http://schemas.openxmlformats.org/officeDocument/2006/relationships/image" Target="/ppt/media/image3.jpeg" Id="Re34e47d71631481c" /><Relationship Type="http://schemas.openxmlformats.org/officeDocument/2006/relationships/image" Target="/ppt/media/image4.jpeg" Id="R21abd153403445d9" /><Relationship Type="http://schemas.openxmlformats.org/officeDocument/2006/relationships/notesSlide" Target="/ppt/notesSlides/notesSlide5.xml" Id="R8c5d9966255c4c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d7e7d48084d6b" /><Relationship Type="http://schemas.openxmlformats.org/officeDocument/2006/relationships/image" Target="/ppt/media/image5.jpeg" Id="Rdd2d33d0a3304eb6" /><Relationship Type="http://schemas.openxmlformats.org/officeDocument/2006/relationships/image" Target="/ppt/media/image6.jpeg" Id="Rac1f9533e8744a64" /><Relationship Type="http://schemas.openxmlformats.org/officeDocument/2006/relationships/notesSlide" Target="/ppt/notesSlides/notesSlide6.xml" Id="R9c7ffa533c6949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106fa1e774588" /><Relationship Type="http://schemas.openxmlformats.org/officeDocument/2006/relationships/image" Target="/ppt/media/image7.jpeg" Id="R6c08e9abfe224153" /><Relationship Type="http://schemas.openxmlformats.org/officeDocument/2006/relationships/image" Target="/ppt/media/image8.jpeg" Id="R1055ff968d0a4f8c" /><Relationship Type="http://schemas.openxmlformats.org/officeDocument/2006/relationships/notesSlide" Target="/ppt/notesSlides/notesSlide7.xml" Id="Rc55f691601ef47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c4b36d1ed43ed" /><Relationship Type="http://schemas.openxmlformats.org/officeDocument/2006/relationships/image" Target="/ppt/media/image9.jpeg" Id="R428e84e4ba414d92" /><Relationship Type="http://schemas.openxmlformats.org/officeDocument/2006/relationships/image" Target="/ppt/media/image10.jpeg" Id="Red5359064f524665" /><Relationship Type="http://schemas.openxmlformats.org/officeDocument/2006/relationships/notesSlide" Target="/ppt/notesSlides/notesSlide8.xml" Id="Rd1b338a472f74a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870559ddc46f3" /><Relationship Type="http://schemas.openxmlformats.org/officeDocument/2006/relationships/image" Target="/ppt/media/image11.jpeg" Id="Rc92eb18af0e841bb" /><Relationship Type="http://schemas.openxmlformats.org/officeDocument/2006/relationships/image" Target="/ppt/media/image12.jpeg" Id="R716050339fdd40d0" /><Relationship Type="http://schemas.openxmlformats.org/officeDocument/2006/relationships/notesSlide" Target="/ppt/notesSlides/notesSlide9.xml" Id="Rc908b810188143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d92934c084657" /><Relationship Type="http://schemas.openxmlformats.org/officeDocument/2006/relationships/image" Target="/ppt/media/image13.jpeg" Id="R475f0bb2da844ad4" /><Relationship Type="http://schemas.openxmlformats.org/officeDocument/2006/relationships/image" Target="/ppt/media/image14.jpeg" Id="R8a02a2dfec974248" /><Relationship Type="http://schemas.openxmlformats.org/officeDocument/2006/relationships/notesSlide" Target="/ppt/notesSlides/notesSlide10.xml" Id="Rae197b13a9fa43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3b03665824f72" /><Relationship Type="http://schemas.openxmlformats.org/officeDocument/2006/relationships/image" Target="/ppt/media/image15.jpeg" Id="R2554f0c8d5224ebc" /><Relationship Type="http://schemas.openxmlformats.org/officeDocument/2006/relationships/image" Target="/ppt/media/image16.jpeg" Id="R7a58a4ae94a043be" /><Relationship Type="http://schemas.openxmlformats.org/officeDocument/2006/relationships/notesSlide" Target="/ppt/notesSlides/notesSlide11.xml" Id="R45b6f08cfda046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29d1cbd2b4ee4" /><Relationship Type="http://schemas.openxmlformats.org/officeDocument/2006/relationships/image" Target="/ppt/media/image17.jpeg" Id="R822631a470bf4da0" /><Relationship Type="http://schemas.openxmlformats.org/officeDocument/2006/relationships/image" Target="/ppt/media/image18.jpeg" Id="Rf7e00d40e8ea46b9" /><Relationship Type="http://schemas.openxmlformats.org/officeDocument/2006/relationships/notesSlide" Target="/ppt/notesSlides/notesSlide12.xml" Id="R92f6d964849048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eb5c7ef064719" /><Relationship Type="http://schemas.openxmlformats.org/officeDocument/2006/relationships/notesSlide" Target="/ppt/notesSlides/notesSlide13.xml" Id="Rcd5f9d6c0bac42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Upload and use images in the Media Library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1/13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972694bba4a02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Prepare an approved image, upload it once, write useful alt text, place it correctly, and verify the public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|  Editor is sufficient  |  Protect existing media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2/13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access is enough for routine image work.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Do not delete existing media, install image tools, or change upload settings unless Blue Nova directs you.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Prepare the image before opening WordPress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3/13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BEFORE UPLOADING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approved image  |  clear filename  |  correct crop  |  web-ready size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Never upload private records, unlicensed images, screenshots with personal information, or an image you cannot identify.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Media Library and choose Add New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4/13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99a848aee4ef4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E47C0BD-FEE9-422F-B0A0-1673A9F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662BBA2-2371-44E1-82C1-F0F3C6C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cad9ebf1240f4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5088EA59-FC69-4DFD-AEB9-8557CE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24ADEDD5-A0F0-40F7-B877-2DC03B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9EE0F66-5A60-4390-B158-F13B6C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Open Media Library.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Choose Add New.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Upload one approved file.</a:t>
            </a:r>
          </a:p>
        </p:txBody>
      </p:sp>
      <p:sp>
        <p:nvSpPr>
          <p:cNvPr id="25" name="lesson-cover-0">
            <a:extLst xmlns:a="http://schemas.openxmlformats.org/drawingml/2006/main">
              <a:ext uri="{FF2B5EF4-FFF2-40B4-BE49-F238E27FC236}">
                <a16:creationId xmlns:a16="http://schemas.microsoft.com/office/drawing/2014/main" id="{90E454F9-F32F-42E1-8D6F-D61EF450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0">
            <a:extLst xmlns:a="http://schemas.openxmlformats.org/drawingml/2006/main">
              <a:ext uri="{FF2B5EF4-FFF2-40B4-BE49-F238E27FC236}">
                <a16:creationId xmlns:a16="http://schemas.microsoft.com/office/drawing/2014/main" id="{35876D9D-D1AC-42DD-AD92-D9BD410D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0">
            <a:extLst xmlns:a="http://schemas.openxmlformats.org/drawingml/2006/main">
              <a:ext uri="{FF2B5EF4-FFF2-40B4-BE49-F238E27FC236}">
                <a16:creationId xmlns:a16="http://schemas.microsoft.com/office/drawing/2014/main" id="{903C5CC3-5E51-4312-A3F1-C56A7BA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0">
            <a:extLst xmlns:a="http://schemas.openxmlformats.org/drawingml/2006/main">
              <a:ext uri="{FF2B5EF4-FFF2-40B4-BE49-F238E27FC236}">
                <a16:creationId xmlns:a16="http://schemas.microsoft.com/office/drawing/2014/main" id="{4D7CF662-0276-43E5-95E9-13D9BF8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Media &gt; Library &gt; Add New Media File</a:t>
            </a:r>
          </a:p>
        </p:txBody>
      </p:sp>
      <p:sp>
        <p:nvSpPr>
          <p:cNvPr id="29" name="guide-0">
            <a:extLst xmlns:a="http://schemas.openxmlformats.org/drawingml/2006/main">
              <a:ext uri="{FF2B5EF4-FFF2-40B4-BE49-F238E27FC236}">
                <a16:creationId xmlns:a16="http://schemas.microsoft.com/office/drawing/2014/main" id="{8BD84E07-74DE-44DF-AC55-C8BFE74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Use your own WordPress login and open Media in the left menu.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Select Add New Media File.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Upload only the approved final image, not several guesses.</a:t>
            </a:r>
          </a:p>
        </p:txBody>
      </p:sp>
      <p:sp>
        <p:nvSpPr>
          <p:cNvPr id="30" name="warn-0">
            <a:extLst xmlns:a="http://schemas.openxmlformats.org/drawingml/2006/main">
              <a:ext uri="{FF2B5EF4-FFF2-40B4-BE49-F238E27FC236}">
                <a16:creationId xmlns:a16="http://schemas.microsoft.com/office/drawing/2014/main" id="{5825753E-83A1-42F8-B231-51B360C2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Use a clear filename before uploading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5/13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e47d71631481c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B43882D0-03D2-4BCD-84DB-F9E4DEF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7DA31449-9DAA-427A-93C8-37B9E36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bd153403445d9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A1E3021B-660E-41BD-93CD-357A26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6482EF53-8E6B-49DC-A44A-E4951D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DC65744-926C-4842-97D8-28F9392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Rename before upload.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Use descriptive words.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Keep the extension.</a:t>
            </a:r>
          </a:p>
        </p:txBody>
      </p:sp>
      <p:sp>
        <p:nvSpPr>
          <p:cNvPr id="25" name="lesson-cover-1">
            <a:extLst xmlns:a="http://schemas.openxmlformats.org/drawingml/2006/main">
              <a:ext uri="{FF2B5EF4-FFF2-40B4-BE49-F238E27FC236}">
                <a16:creationId xmlns:a16="http://schemas.microsoft.com/office/drawing/2014/main" id="{9BF2902E-649A-4042-BF84-36E380B6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1">
            <a:extLst xmlns:a="http://schemas.openxmlformats.org/drawingml/2006/main">
              <a:ext uri="{FF2B5EF4-FFF2-40B4-BE49-F238E27FC236}">
                <a16:creationId xmlns:a16="http://schemas.microsoft.com/office/drawing/2014/main" id="{E7F3909E-AABF-4B63-BD74-6843491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1">
            <a:extLst xmlns:a="http://schemas.openxmlformats.org/drawingml/2006/main">
              <a:ext uri="{FF2B5EF4-FFF2-40B4-BE49-F238E27FC236}">
                <a16:creationId xmlns:a16="http://schemas.microsoft.com/office/drawing/2014/main" id="{2F25D341-003F-42F5-91C7-6A74B8B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1">
            <a:extLst xmlns:a="http://schemas.openxmlformats.org/drawingml/2006/main">
              <a:ext uri="{FF2B5EF4-FFF2-40B4-BE49-F238E27FC236}">
                <a16:creationId xmlns:a16="http://schemas.microsoft.com/office/drawing/2014/main" id="{6498E672-43F6-4694-B280-6F107BF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Your computer &gt; rename the approved file</a:t>
            </a:r>
          </a:p>
        </p:txBody>
      </p:sp>
      <p:sp>
        <p:nvSpPr>
          <p:cNvPr id="29" name="guide-1">
            <a:extLst xmlns:a="http://schemas.openxmlformats.org/drawingml/2006/main">
              <a:ext uri="{FF2B5EF4-FFF2-40B4-BE49-F238E27FC236}">
                <a16:creationId xmlns:a16="http://schemas.microsoft.com/office/drawing/2014/main" id="{E427EB35-95EE-4F5A-AFE7-1617F45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Rename the file before upload using short lowercase words separated by hyphens.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Describe the subject, not an internal note such as final-final or image-one.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Keep the correct file extension, such as J P G, P N G, or Web P.</a:t>
            </a:r>
          </a:p>
        </p:txBody>
      </p:sp>
      <p:sp>
        <p:nvSpPr>
          <p:cNvPr id="30" name="warn-1">
            <a:extLst xmlns:a="http://schemas.openxmlformats.org/drawingml/2006/main">
              <a:ext uri="{FF2B5EF4-FFF2-40B4-BE49-F238E27FC236}">
                <a16:creationId xmlns:a16="http://schemas.microsoft.com/office/drawing/2014/main" id="{51F9DB76-C9DA-477E-B14B-A5EE3D7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the file and wait for the upload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6/13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d33d0a3304eb6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21417551-7971-46A0-A134-410189F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A34A1B5-BC25-4C72-98C7-8779AB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f9533e8744a64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4D104B4-9A79-4C09-A56B-1E62579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BC430E73-5DD1-42E7-9CE8-179983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6D25D61B-2C29-460D-9FB7-FE4040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Select the exact file.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Wait for completion.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Do not create duplicates.</a:t>
            </a:r>
          </a:p>
        </p:txBody>
      </p:sp>
      <p:sp>
        <p:nvSpPr>
          <p:cNvPr id="25" name="lesson-cover-2">
            <a:extLst xmlns:a="http://schemas.openxmlformats.org/drawingml/2006/main">
              <a:ext uri="{FF2B5EF4-FFF2-40B4-BE49-F238E27FC236}">
                <a16:creationId xmlns:a16="http://schemas.microsoft.com/office/drawing/2014/main" id="{488D3AB3-532E-4F07-97D2-22903A4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2">
            <a:extLst xmlns:a="http://schemas.openxmlformats.org/drawingml/2006/main">
              <a:ext uri="{FF2B5EF4-FFF2-40B4-BE49-F238E27FC236}">
                <a16:creationId xmlns:a16="http://schemas.microsoft.com/office/drawing/2014/main" id="{91720E28-B81D-4898-9BD2-9E59E06B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2">
            <a:extLst xmlns:a="http://schemas.openxmlformats.org/drawingml/2006/main">
              <a:ext uri="{FF2B5EF4-FFF2-40B4-BE49-F238E27FC236}">
                <a16:creationId xmlns:a16="http://schemas.microsoft.com/office/drawing/2014/main" id="{CE7D9CA1-ECA1-4BB9-8A6A-557E9162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2">
            <a:extLst xmlns:a="http://schemas.openxmlformats.org/drawingml/2006/main">
              <a:ext uri="{FF2B5EF4-FFF2-40B4-BE49-F238E27FC236}">
                <a16:creationId xmlns:a16="http://schemas.microsoft.com/office/drawing/2014/main" id="{0EFCBE05-5020-4C8B-BA30-3E1958FE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Add New Media File &gt; Select Files</a:t>
            </a:r>
          </a:p>
        </p:txBody>
      </p:sp>
      <p:sp>
        <p:nvSpPr>
          <p:cNvPr id="29" name="guide-2">
            <a:extLst xmlns:a="http://schemas.openxmlformats.org/drawingml/2006/main">
              <a:ext uri="{FF2B5EF4-FFF2-40B4-BE49-F238E27FC236}">
                <a16:creationId xmlns:a16="http://schemas.microsoft.com/office/drawing/2014/main" id="{6739115E-A34B-47D4-A515-6914725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Select the exact approved file from the computer.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Wait until the progress indicator finishes and the attachment appears.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If WordPress reports an error, stop and read it instead of uploading duplicates.</a:t>
            </a:r>
          </a:p>
        </p:txBody>
      </p:sp>
      <p:sp>
        <p:nvSpPr>
          <p:cNvPr id="30" name="warn-2">
            <a:extLst xmlns:a="http://schemas.openxmlformats.org/drawingml/2006/main">
              <a:ext uri="{FF2B5EF4-FFF2-40B4-BE49-F238E27FC236}">
                <a16:creationId xmlns:a16="http://schemas.microsoft.com/office/drawing/2014/main" id="{B285BD8E-B6C5-4ADA-8AD7-529E8305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Write alt text for the image's purpose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7/13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8e9abfe224153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8EDCC9F3-24DA-4049-8181-72DAAAA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ED9BDE7-F1E3-4F14-940C-2D1C20F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5ff968d0a4f8c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FA2E18A6-C808-472C-BDCB-82142D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47108EF7-53C2-4EA4-B9A6-EC578D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C69C03C-3655-4E3F-A07D-5C4DB96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Describe the useful subject.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Keep it concise.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keyword-stuff.</a:t>
            </a:r>
          </a:p>
        </p:txBody>
      </p:sp>
      <p:sp>
        <p:nvSpPr>
          <p:cNvPr id="25" name="lesson-cover-3">
            <a:extLst xmlns:a="http://schemas.openxmlformats.org/drawingml/2006/main">
              <a:ext uri="{FF2B5EF4-FFF2-40B4-BE49-F238E27FC236}">
                <a16:creationId xmlns:a16="http://schemas.microsoft.com/office/drawing/2014/main" id="{9408D889-B1BD-4C23-B7BF-4CD4AD06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3">
            <a:extLst xmlns:a="http://schemas.openxmlformats.org/drawingml/2006/main">
              <a:ext uri="{FF2B5EF4-FFF2-40B4-BE49-F238E27FC236}">
                <a16:creationId xmlns:a16="http://schemas.microsoft.com/office/drawing/2014/main" id="{505C082A-E164-4F2B-A83B-3D94816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3">
            <a:extLst xmlns:a="http://schemas.openxmlformats.org/drawingml/2006/main">
              <a:ext uri="{FF2B5EF4-FFF2-40B4-BE49-F238E27FC236}">
                <a16:creationId xmlns:a16="http://schemas.microsoft.com/office/drawing/2014/main" id="{3662CC2D-8189-44F5-8216-3AA0F87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3">
            <a:extLst xmlns:a="http://schemas.openxmlformats.org/drawingml/2006/main">
              <a:ext uri="{FF2B5EF4-FFF2-40B4-BE49-F238E27FC236}">
                <a16:creationId xmlns:a16="http://schemas.microsoft.com/office/drawing/2014/main" id="{574710CE-9513-4A2E-AF92-B9D30E3D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Attachment details &gt; Alternative Text</a:t>
            </a:r>
          </a:p>
        </p:txBody>
      </p:sp>
      <p:sp>
        <p:nvSpPr>
          <p:cNvPr id="29" name="guide-3">
            <a:extLst xmlns:a="http://schemas.openxmlformats.org/drawingml/2006/main">
              <a:ext uri="{FF2B5EF4-FFF2-40B4-BE49-F238E27FC236}">
                <a16:creationId xmlns:a16="http://schemas.microsoft.com/office/drawing/2014/main" id="{EBB9AC9D-77F6-4EB2-B724-943CA4B6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Describe the important subject and purpose in one short sentence or phrase.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Leave alt text empty only when the image is purely decorative and conveys no information.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copy the filename or stuff keywords, locations, and services.</a:t>
            </a:r>
          </a:p>
        </p:txBody>
      </p:sp>
      <p:sp>
        <p:nvSpPr>
          <p:cNvPr id="30" name="warn-3">
            <a:extLst xmlns:a="http://schemas.openxmlformats.org/drawingml/2006/main">
              <a:ext uri="{FF2B5EF4-FFF2-40B4-BE49-F238E27FC236}">
                <a16:creationId xmlns:a16="http://schemas.microsoft.com/office/drawing/2014/main" id="{9C106154-7793-463B-86E4-1CB2A055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Use title, caption, and description carefully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8/13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e84e4ba414d92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44FCE74-0862-4A7B-A39A-F93F670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6AF0294B-41F2-4246-9143-7C4DF9D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359064f524665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795B593-E452-4062-AE49-1B9A2D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39B2A4BB-FCCD-423A-BE74-451B21D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E3219AB5-C174-4CF7-A13C-AED13EB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Use a clear internal title.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Caption only when public.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Avoid unnecessary fields.</a:t>
            </a:r>
          </a:p>
        </p:txBody>
      </p:sp>
      <p:sp>
        <p:nvSpPr>
          <p:cNvPr id="25" name="lesson-cover-4">
            <a:extLst xmlns:a="http://schemas.openxmlformats.org/drawingml/2006/main">
              <a:ext uri="{FF2B5EF4-FFF2-40B4-BE49-F238E27FC236}">
                <a16:creationId xmlns:a16="http://schemas.microsoft.com/office/drawing/2014/main" id="{1ADA7EBE-FF6D-4B3D-8936-E9A7DFE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4">
            <a:extLst xmlns:a="http://schemas.openxmlformats.org/drawingml/2006/main">
              <a:ext uri="{FF2B5EF4-FFF2-40B4-BE49-F238E27FC236}">
                <a16:creationId xmlns:a16="http://schemas.microsoft.com/office/drawing/2014/main" id="{C2FCBCD8-54C7-4D04-8E2C-A842311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4">
            <a:extLst xmlns:a="http://schemas.openxmlformats.org/drawingml/2006/main">
              <a:ext uri="{FF2B5EF4-FFF2-40B4-BE49-F238E27FC236}">
                <a16:creationId xmlns:a16="http://schemas.microsoft.com/office/drawing/2014/main" id="{FF81DE05-55F5-4B45-9B87-1216240E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4">
            <a:extLst xmlns:a="http://schemas.openxmlformats.org/drawingml/2006/main">
              <a:ext uri="{FF2B5EF4-FFF2-40B4-BE49-F238E27FC236}">
                <a16:creationId xmlns:a16="http://schemas.microsoft.com/office/drawing/2014/main" id="{2EA0CE81-3820-4AF4-9076-4FFE1857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Attachment details &gt; Title, Caption, Description</a:t>
            </a:r>
          </a:p>
        </p:txBody>
      </p:sp>
      <p:sp>
        <p:nvSpPr>
          <p:cNvPr id="29" name="guide-4">
            <a:extLst xmlns:a="http://schemas.openxmlformats.org/drawingml/2006/main">
              <a:ext uri="{FF2B5EF4-FFF2-40B4-BE49-F238E27FC236}">
                <a16:creationId xmlns:a16="http://schemas.microsoft.com/office/drawing/2014/main" id="{4F05078A-839B-494C-AC55-7F212F7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Use a readable Media Library title so staff can identify the asset.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Add a caption only when words should appear publicly under the image.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Use Description only when the site process specifically needs it.</a:t>
            </a:r>
          </a:p>
        </p:txBody>
      </p:sp>
      <p:sp>
        <p:nvSpPr>
          <p:cNvPr id="30" name="warn-4">
            <a:extLst xmlns:a="http://schemas.openxmlformats.org/drawingml/2006/main">
              <a:ext uri="{FF2B5EF4-FFF2-40B4-BE49-F238E27FC236}">
                <a16:creationId xmlns:a16="http://schemas.microsoft.com/office/drawing/2014/main" id="{9033B7C6-F8C0-4225-88A3-173707D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Insert media from the content or image control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9/13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eb18af0e841bb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D19E1327-175C-4838-88C5-1268E10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D2145F7-66B7-4EC7-A289-7041222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050339fdd40d0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FA350BD-A77C-4029-8BB1-2F88B95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1E2FF1E-AAEB-4631-924A-74DCEFC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253916D3-73CE-423F-81CD-BB07B51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Open the correct content.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Choose the exact thumbnail.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stretch the image.</a:t>
            </a:r>
          </a:p>
        </p:txBody>
      </p:sp>
      <p:sp>
        <p:nvSpPr>
          <p:cNvPr id="25" name="lesson-cover-5">
            <a:extLst xmlns:a="http://schemas.openxmlformats.org/drawingml/2006/main">
              <a:ext uri="{FF2B5EF4-FFF2-40B4-BE49-F238E27FC236}">
                <a16:creationId xmlns:a16="http://schemas.microsoft.com/office/drawing/2014/main" id="{0C723E2E-C475-467D-A7F4-F1BFDC5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5">
            <a:extLst xmlns:a="http://schemas.openxmlformats.org/drawingml/2006/main">
              <a:ext uri="{FF2B5EF4-FFF2-40B4-BE49-F238E27FC236}">
                <a16:creationId xmlns:a16="http://schemas.microsoft.com/office/drawing/2014/main" id="{8E5C431A-9F37-4B5D-9A19-209372B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5">
            <a:extLst xmlns:a="http://schemas.openxmlformats.org/drawingml/2006/main">
              <a:ext uri="{FF2B5EF4-FFF2-40B4-BE49-F238E27FC236}">
                <a16:creationId xmlns:a16="http://schemas.microsoft.com/office/drawing/2014/main" id="{76D06138-C3A5-4509-83D5-5D65DD4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5">
            <a:extLst xmlns:a="http://schemas.openxmlformats.org/drawingml/2006/main">
              <a:ext uri="{FF2B5EF4-FFF2-40B4-BE49-F238E27FC236}">
                <a16:creationId xmlns:a16="http://schemas.microsoft.com/office/drawing/2014/main" id="{685E82DE-2DF6-49AE-8AC4-C336CBA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Page or post editor &gt; Add Media or Featured image</a:t>
            </a:r>
          </a:p>
        </p:txBody>
      </p:sp>
      <p:sp>
        <p:nvSpPr>
          <p:cNvPr id="29" name="guide-5">
            <a:extLst xmlns:a="http://schemas.openxmlformats.org/drawingml/2006/main">
              <a:ext uri="{FF2B5EF4-FFF2-40B4-BE49-F238E27FC236}">
                <a16:creationId xmlns:a16="http://schemas.microsoft.com/office/drawing/2014/main" id="{48F6F3C6-5A65-43B6-8D92-89C55F79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Open the correct content item and its image control.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Choose the uploaded image from Media Library and confirm its thumbnail.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Use the intended image size and preserve the natural proportions.</a:t>
            </a:r>
          </a:p>
        </p:txBody>
      </p:sp>
      <p:sp>
        <p:nvSpPr>
          <p:cNvPr id="30" name="warn-5">
            <a:extLst xmlns:a="http://schemas.openxmlformats.org/drawingml/2006/main">
              <a:ext uri="{FF2B5EF4-FFF2-40B4-BE49-F238E27FC236}">
                <a16:creationId xmlns:a16="http://schemas.microsoft.com/office/drawing/2014/main" id="{FC9B9C66-621D-4C6E-AE22-51964725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Replace an image without breaking old pages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10/13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f0bb2da844ad4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03DB1B71-F8EF-48E6-80F8-252EE4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33CBD6E-560F-41B6-8F1B-3991E35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2a2dfec974248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C6F319E0-D59E-446B-B8B1-2C4383D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86D0CC1C-6400-4A97-853A-1532801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7DA2E999-8A08-4300-869A-B3575F2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Upload the replacement.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Update the correct content.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Keep old media until reviewed.</a:t>
            </a:r>
          </a:p>
        </p:txBody>
      </p:sp>
      <p:sp>
        <p:nvSpPr>
          <p:cNvPr id="25" name="lesson-cover-6">
            <a:extLst xmlns:a="http://schemas.openxmlformats.org/drawingml/2006/main">
              <a:ext uri="{FF2B5EF4-FFF2-40B4-BE49-F238E27FC236}">
                <a16:creationId xmlns:a16="http://schemas.microsoft.com/office/drawing/2014/main" id="{EF9C8329-5D8A-4024-830B-2FA57A9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6">
            <a:extLst xmlns:a="http://schemas.openxmlformats.org/drawingml/2006/main">
              <a:ext uri="{FF2B5EF4-FFF2-40B4-BE49-F238E27FC236}">
                <a16:creationId xmlns:a16="http://schemas.microsoft.com/office/drawing/2014/main" id="{C3E427BE-9352-485B-AC4D-F4F6835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6">
            <a:extLst xmlns:a="http://schemas.openxmlformats.org/drawingml/2006/main">
              <a:ext uri="{FF2B5EF4-FFF2-40B4-BE49-F238E27FC236}">
                <a16:creationId xmlns:a16="http://schemas.microsoft.com/office/drawing/2014/main" id="{1647EA94-FEB8-4BF9-B0FF-D9C754E7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6">
            <a:extLst xmlns:a="http://schemas.openxmlformats.org/drawingml/2006/main">
              <a:ext uri="{FF2B5EF4-FFF2-40B4-BE49-F238E27FC236}">
                <a16:creationId xmlns:a16="http://schemas.microsoft.com/office/drawing/2014/main" id="{39623D29-9B58-4965-A24B-B99B3510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Upload new approved image &gt; update the exact content item</a:t>
            </a:r>
          </a:p>
        </p:txBody>
      </p:sp>
      <p:sp>
        <p:nvSpPr>
          <p:cNvPr id="29" name="guide-6">
            <a:extLst xmlns:a="http://schemas.openxmlformats.org/drawingml/2006/main">
              <a:ext uri="{FF2B5EF4-FFF2-40B4-BE49-F238E27FC236}">
                <a16:creationId xmlns:a16="http://schemas.microsoft.com/office/drawing/2014/main" id="{CD0E5FDA-26DE-4D80-B546-ADCA0240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Upload the replacement as a new approved file unless Blue Nova provides a verified replacement tool.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Update the exact page, post, event, or practitioner to use it.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delete the old media file because other pages may still use its URL.</a:t>
            </a:r>
          </a:p>
        </p:txBody>
      </p:sp>
      <p:sp>
        <p:nvSpPr>
          <p:cNvPr id="30" name="warn-6">
            <a:extLst xmlns:a="http://schemas.openxmlformats.org/drawingml/2006/main">
              <a:ext uri="{FF2B5EF4-FFF2-40B4-BE49-F238E27FC236}">
                <a16:creationId xmlns:a16="http://schemas.microsoft.com/office/drawing/2014/main" id="{76A5E5E9-55D9-4A84-9182-90C3A73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Save once and clear only the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11/13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4f0c8d5224ebc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685ADFEC-1406-4119-9691-4EAA8AE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54EA2403-617E-4E45-8B9E-8F3CAE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8a4ae94a043be"/>
          <a:stretch xmlns:a="http://schemas.openxmlformats.org/drawingml/2006/main"/>
        </p:blipFill>
        <p:spPr>
          <a:xfrm xmlns:a="http://schemas.openxmlformats.org/drawingml/2006/main">
            <a:off x="607906" y="1314450"/>
            <a:ext cx="11833437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4BC032DF-E857-4FCD-8E03-6D1D949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7C8D4D63-68C3-448B-826C-667E0EF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4128F2A5-EFEC-45FE-9C77-58AB5F7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Review the placement.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Save once.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Clear applicable cache.</a:t>
            </a:r>
          </a:p>
        </p:txBody>
      </p:sp>
      <p:sp>
        <p:nvSpPr>
          <p:cNvPr id="25" name="lesson-cover-7">
            <a:extLst xmlns:a="http://schemas.openxmlformats.org/drawingml/2006/main">
              <a:ext uri="{FF2B5EF4-FFF2-40B4-BE49-F238E27FC236}">
                <a16:creationId xmlns:a16="http://schemas.microsoft.com/office/drawing/2014/main" id="{0CD72B50-66C8-46CB-8CB4-6B1B1ACD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7">
            <a:extLst xmlns:a="http://schemas.openxmlformats.org/drawingml/2006/main">
              <a:ext uri="{FF2B5EF4-FFF2-40B4-BE49-F238E27FC236}">
                <a16:creationId xmlns:a16="http://schemas.microsoft.com/office/drawing/2014/main" id="{D2BC83C3-1080-4620-BDC0-2980E36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7">
            <a:extLst xmlns:a="http://schemas.openxmlformats.org/drawingml/2006/main">
              <a:ext uri="{FF2B5EF4-FFF2-40B4-BE49-F238E27FC236}">
                <a16:creationId xmlns:a16="http://schemas.microsoft.com/office/drawing/2014/main" id="{FC02556B-15D8-47C9-B708-49872AC6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7">
            <a:extLst xmlns:a="http://schemas.openxmlformats.org/drawingml/2006/main">
              <a:ext uri="{FF2B5EF4-FFF2-40B4-BE49-F238E27FC236}">
                <a16:creationId xmlns:a16="http://schemas.microsoft.com/office/drawing/2014/main" id="{9293EE58-4A54-460F-A8EA-FC15FF04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Content editor &gt; Save or Update &gt; applicable Clear Cache</a:t>
            </a:r>
          </a:p>
        </p:txBody>
      </p:sp>
      <p:sp>
        <p:nvSpPr>
          <p:cNvPr id="29" name="guide-7">
            <a:extLst xmlns:a="http://schemas.openxmlformats.org/drawingml/2006/main">
              <a:ext uri="{FF2B5EF4-FFF2-40B4-BE49-F238E27FC236}">
                <a16:creationId xmlns:a16="http://schemas.microsoft.com/office/drawing/2014/main" id="{9F85D27D-59DA-41C8-9110-8941618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Review the visible crop, alt text, and placement.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Select Save or Update one time and wait.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Clear only the cache for the content that changed.</a:t>
            </a:r>
          </a:p>
        </p:txBody>
      </p:sp>
      <p:sp>
        <p:nvSpPr>
          <p:cNvPr id="30" name="warn-7">
            <a:extLst xmlns:a="http://schemas.openxmlformats.org/drawingml/2006/main">
              <a:ext uri="{FF2B5EF4-FFF2-40B4-BE49-F238E27FC236}">
                <a16:creationId xmlns:a16="http://schemas.microsoft.com/office/drawing/2014/main" id="{980829A3-2BEA-4233-B2E3-7461046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public image on desktop and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12/13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631a470bf4da0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369E89C9-3A59-4222-A997-617490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BFCDEE92-C609-4F75-ADE1-A9AB60A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00d40e8ea46b9"/>
          <a:stretch xmlns:a="http://schemas.openxmlformats.org/drawingml/2006/main"/>
        </p:blipFill>
        <p:spPr>
          <a:xfrm xmlns:a="http://schemas.openxmlformats.org/drawingml/2006/main">
            <a:off x="4865787" y="1314450"/>
            <a:ext cx="3317675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2E99F6B-EA7E-4805-9028-F00608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B904E64-2079-40F9-849E-796F8F4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80D85CD-E8AA-4F48-989D-52F3AA3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Open the exact URL.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Check quality and crop.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Repeat on a phone.</a:t>
            </a:r>
          </a:p>
        </p:txBody>
      </p:sp>
      <p:sp>
        <p:nvSpPr>
          <p:cNvPr id="25" name="lesson-cover-8">
            <a:extLst xmlns:a="http://schemas.openxmlformats.org/drawingml/2006/main">
              <a:ext uri="{FF2B5EF4-FFF2-40B4-BE49-F238E27FC236}">
                <a16:creationId xmlns:a16="http://schemas.microsoft.com/office/drawing/2014/main" id="{A9C7D201-49B6-4205-B102-4790EFE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where-8">
            <a:extLst xmlns:a="http://schemas.openxmlformats.org/drawingml/2006/main">
              <a:ext uri="{FF2B5EF4-FFF2-40B4-BE49-F238E27FC236}">
                <a16:creationId xmlns:a16="http://schemas.microsoft.com/office/drawing/2014/main" id="{2C772E47-9A0B-4C5F-85B6-FBDAA235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route-box-8">
            <a:extLst xmlns:a="http://schemas.openxmlformats.org/drawingml/2006/main">
              <a:ext uri="{FF2B5EF4-FFF2-40B4-BE49-F238E27FC236}">
                <a16:creationId xmlns:a16="http://schemas.microsoft.com/office/drawing/2014/main" id="{F1A4EDD1-5548-456F-BFB0-3E1F194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8">
            <a:extLst xmlns:a="http://schemas.openxmlformats.org/drawingml/2006/main">
              <a:ext uri="{FF2B5EF4-FFF2-40B4-BE49-F238E27FC236}">
                <a16:creationId xmlns:a16="http://schemas.microsoft.com/office/drawing/2014/main" id="{662961B2-56BF-4FBE-A5C0-18C45F8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Exact public URL &gt; desktop and phone checks</a:t>
            </a:r>
          </a:p>
        </p:txBody>
      </p:sp>
      <p:sp>
        <p:nvSpPr>
          <p:cNvPr id="29" name="guide-8">
            <a:extLst xmlns:a="http://schemas.openxmlformats.org/drawingml/2006/main">
              <a:ext uri="{FF2B5EF4-FFF2-40B4-BE49-F238E27FC236}">
                <a16:creationId xmlns:a16="http://schemas.microsoft.com/office/drawing/2014/main" id="{A30CD17A-4EFD-4E9F-B07A-3B6BB0B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Open the exact public page with no extra address text.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Confirm the correct image loads, remains sharp, and is not stretched or cropped badly.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Check the same image at phone size and test any linked image.</a:t>
            </a:r>
          </a:p>
        </p:txBody>
      </p:sp>
      <p:sp>
        <p:nvSpPr>
          <p:cNvPr id="30" name="warn-8">
            <a:extLst xmlns:a="http://schemas.openxmlformats.org/drawingml/2006/main">
              <a:ext uri="{FF2B5EF4-FFF2-40B4-BE49-F238E27FC236}">
                <a16:creationId xmlns:a16="http://schemas.microsoft.com/office/drawing/2014/main" id="{82C2BE92-3526-462B-AA3D-4B49A094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Always finish with the final verification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Media Library v1.1  |  13/13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UPLOAD ONCE  &gt;  ALT TEXT  &gt;  PLACE  &gt;  SAVE  &gt;  VERIFY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Protect existing media and verify the exact public page at desktop and phone sizes.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 image is private, unlicensed, oversized, blurry, reused elsewhere, or difficult to replace, stop and contact Blue Nova.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2026-09-01T16:47:19.5660000Z</dcterms:created>
  <dcterms:modified xsi:type="dcterms:W3CDTF">2026-09-01T16:47:19.5660000Z</dcterms:modified>
</coreProperties>
</file>