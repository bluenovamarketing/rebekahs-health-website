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897e50d0b64e0f" /><Relationship Type="http://schemas.openxmlformats.org/officeDocument/2006/relationships/extended-properties" Target="/docProps/app.xml" Id="Rc9da9846e0cc483e" /><Relationship Type="http://schemas.openxmlformats.org/officeDocument/2006/relationships/officeDocument" Target="/ppt/presentation.xml" Id="Rd578a30409854e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8a3ff4776c407a"/>
  </p:sldMasterIdLst>
  <p:notesMasterIdLst>
    <p:notesMasterId xmlns:r="http://schemas.openxmlformats.org/officeDocument/2006/relationships" r:id="Rf4c61ed9d6614f6d"/>
  </p:notesMasterIdLst>
  <p:sldIdLst>
    <p:sldId xmlns:r="http://schemas.openxmlformats.org/officeDocument/2006/relationships" id="256" r:id="Reb8c20716ae249ed"/>
    <p:sldId xmlns:r="http://schemas.openxmlformats.org/officeDocument/2006/relationships" id="257" r:id="R7a208246c00d4989"/>
    <p:sldId xmlns:r="http://schemas.openxmlformats.org/officeDocument/2006/relationships" id="258" r:id="R6a4595f2cdad4961"/>
    <p:sldId xmlns:r="http://schemas.openxmlformats.org/officeDocument/2006/relationships" id="259" r:id="R54924f8e33544375"/>
    <p:sldId xmlns:r="http://schemas.openxmlformats.org/officeDocument/2006/relationships" id="260" r:id="Re6957ee4997a4996"/>
    <p:sldId xmlns:r="http://schemas.openxmlformats.org/officeDocument/2006/relationships" id="261" r:id="R5ddd96de6dc94cbe"/>
    <p:sldId xmlns:r="http://schemas.openxmlformats.org/officeDocument/2006/relationships" id="262" r:id="R012e8db9cc5c48a1"/>
    <p:sldId xmlns:r="http://schemas.openxmlformats.org/officeDocument/2006/relationships" id="263" r:id="Ra5b6c57cb8114152"/>
    <p:sldId xmlns:r="http://schemas.openxmlformats.org/officeDocument/2006/relationships" id="264" r:id="R5b7d17bedf15403f"/>
    <p:sldId xmlns:r="http://schemas.openxmlformats.org/officeDocument/2006/relationships" id="265" r:id="R4ad6938c7f574aa9"/>
    <p:sldId xmlns:r="http://schemas.openxmlformats.org/officeDocument/2006/relationships" id="266" r:id="R5f7441864b5842e4"/>
    <p:sldId xmlns:r="http://schemas.openxmlformats.org/officeDocument/2006/relationships" id="267" r:id="R62d8ed63233a4b38"/>
    <p:sldId xmlns:r="http://schemas.openxmlformats.org/officeDocument/2006/relationships" id="268" r:id="R3305e8d035fc4a2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641579af954680" /><Relationship Type="http://schemas.openxmlformats.org/officeDocument/2006/relationships/slideMaster" Target="/ppt/slideMasters/slideMaster1.xml" Id="Rea8a3ff4776c407a" /><Relationship Type="http://schemas.openxmlformats.org/officeDocument/2006/relationships/notesMaster" Target="/ppt/notesMasters/notesMaster1.xml" Id="Rf4c61ed9d6614f6d" /><Relationship Type="http://schemas.openxmlformats.org/officeDocument/2006/relationships/presProps" Target="/ppt/presProps.xml" Id="R808f3f3ffd794f87" /><Relationship Type="http://schemas.openxmlformats.org/officeDocument/2006/relationships/tableStyles" Target="/ppt/tableStyles.xml" Id="Rcf38c378dfc64ca4" /><Relationship Type="http://schemas.openxmlformats.org/officeDocument/2006/relationships/slide" Target="/ppt/slides/slide1.xml" Id="Reb8c20716ae249ed" /><Relationship Type="http://schemas.openxmlformats.org/officeDocument/2006/relationships/slide" Target="/ppt/slides/slide2.xml" Id="R7a208246c00d4989" /><Relationship Type="http://schemas.openxmlformats.org/officeDocument/2006/relationships/slide" Target="/ppt/slides/slide3.xml" Id="R6a4595f2cdad4961" /><Relationship Type="http://schemas.openxmlformats.org/officeDocument/2006/relationships/slide" Target="/ppt/slides/slide4.xml" Id="R54924f8e33544375" /><Relationship Type="http://schemas.openxmlformats.org/officeDocument/2006/relationships/slide" Target="/ppt/slides/slide5.xml" Id="Re6957ee4997a4996" /><Relationship Type="http://schemas.openxmlformats.org/officeDocument/2006/relationships/slide" Target="/ppt/slides/slide6.xml" Id="R5ddd96de6dc94cbe" /><Relationship Type="http://schemas.openxmlformats.org/officeDocument/2006/relationships/slide" Target="/ppt/slides/slide7.xml" Id="R012e8db9cc5c48a1" /><Relationship Type="http://schemas.openxmlformats.org/officeDocument/2006/relationships/slide" Target="/ppt/slides/slide8.xml" Id="Ra5b6c57cb8114152" /><Relationship Type="http://schemas.openxmlformats.org/officeDocument/2006/relationships/slide" Target="/ppt/slides/slide9.xml" Id="R5b7d17bedf15403f" /><Relationship Type="http://schemas.openxmlformats.org/officeDocument/2006/relationships/slide" Target="/ppt/slides/slide10.xml" Id="R4ad6938c7f574aa9" /><Relationship Type="http://schemas.openxmlformats.org/officeDocument/2006/relationships/slide" Target="/ppt/slides/slide11.xml" Id="R5f7441864b5842e4" /><Relationship Type="http://schemas.openxmlformats.org/officeDocument/2006/relationships/slide" Target="/ppt/slides/slide12.xml" Id="R62d8ed63233a4b38" /><Relationship Type="http://schemas.openxmlformats.org/officeDocument/2006/relationships/slide" Target="/ppt/slides/slide13.xml" Id="R3305e8d035fc4a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cab93036fd4a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dfd92a1c314cdc" /><Relationship Type="http://schemas.openxmlformats.org/officeDocument/2006/relationships/notesMaster" Target="/ppt/notesMasters/notesMaster1.xml" Id="R68ab5045b3954e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0320b2005342fb" /><Relationship Type="http://schemas.openxmlformats.org/officeDocument/2006/relationships/notesMaster" Target="/ppt/notesMasters/notesMaster1.xml" Id="R1e8100b304894f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7c7e1471294666" /><Relationship Type="http://schemas.openxmlformats.org/officeDocument/2006/relationships/notesMaster" Target="/ppt/notesMasters/notesMaster1.xml" Id="Rbc68779efee542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c68d8744f44298" /><Relationship Type="http://schemas.openxmlformats.org/officeDocument/2006/relationships/notesMaster" Target="/ppt/notesMasters/notesMaster1.xml" Id="Ra63c9bad99ea4c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758fef7044480b" /><Relationship Type="http://schemas.openxmlformats.org/officeDocument/2006/relationships/notesMaster" Target="/ppt/notesMasters/notesMaster1.xml" Id="R9fc5c08e88214b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d2ad271d6a423e" /><Relationship Type="http://schemas.openxmlformats.org/officeDocument/2006/relationships/notesMaster" Target="/ppt/notesMasters/notesMaster1.xml" Id="Rec09bd1cab9c4a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b99a1c653f4d60" /><Relationship Type="http://schemas.openxmlformats.org/officeDocument/2006/relationships/notesMaster" Target="/ppt/notesMasters/notesMaster1.xml" Id="Rbfd83124ab7248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f7847d05d04d04" /><Relationship Type="http://schemas.openxmlformats.org/officeDocument/2006/relationships/notesMaster" Target="/ppt/notesMasters/notesMaster1.xml" Id="R79b5964923a048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c4ef97ccca4ddc" /><Relationship Type="http://schemas.openxmlformats.org/officeDocument/2006/relationships/notesMaster" Target="/ppt/notesMasters/notesMaster1.xml" Id="Rf35c27648a4344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afbfe1c2d2407c" /><Relationship Type="http://schemas.openxmlformats.org/officeDocument/2006/relationships/notesMaster" Target="/ppt/notesMasters/notesMaster1.xml" Id="Rd39a0993255749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8cc47de33f471f" /><Relationship Type="http://schemas.openxmlformats.org/officeDocument/2006/relationships/notesMaster" Target="/ppt/notesMasters/notesMaster1.xml" Id="R355853213c264f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bfae16bbc0461f" /><Relationship Type="http://schemas.openxmlformats.org/officeDocument/2006/relationships/notesMaster" Target="/ppt/notesMasters/notesMaster1.xml" Id="Refd6695a59ba4c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0a80fbeb72430f" /><Relationship Type="http://schemas.openxmlformats.org/officeDocument/2006/relationships/notesMaster" Target="/ppt/notesMasters/notesMaster1.xml" Id="R1136e1f9549948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37561a2c648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b22a27b6294d4d" /><Relationship Type="http://schemas.openxmlformats.org/officeDocument/2006/relationships/slideLayout" Target="/ppt/slideLayouts/slideLayout1.xml" Id="Re3c044ab841444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c044ab841444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cc81c6c1345c3" /><Relationship Type="http://schemas.openxmlformats.org/officeDocument/2006/relationships/image" Target="/ppt/media/image.png" Id="Rbf5b15dc356040c1" /><Relationship Type="http://schemas.openxmlformats.org/officeDocument/2006/relationships/notesSlide" Target="/ppt/notesSlides/notesSlide1.xml" Id="R873e9ec1ae7a44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aab21fcad49ff" /><Relationship Type="http://schemas.openxmlformats.org/officeDocument/2006/relationships/notesSlide" Target="/ppt/notesSlides/notesSlide2.xml" Id="Rf0ce5c3087774f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b1439d0f04e43" /><Relationship Type="http://schemas.openxmlformats.org/officeDocument/2006/relationships/notesSlide" Target="/ppt/notesSlides/notesSlide3.xml" Id="R0ab6793c58c34f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7b47d7cbb4a2c" /><Relationship Type="http://schemas.openxmlformats.org/officeDocument/2006/relationships/image" Target="/ppt/media/image.jpeg" Id="Rae55162f38444c89" /><Relationship Type="http://schemas.openxmlformats.org/officeDocument/2006/relationships/image" Target="/ppt/media/image2.jpeg" Id="R47a659d3dd5a4721" /><Relationship Type="http://schemas.openxmlformats.org/officeDocument/2006/relationships/notesSlide" Target="/ppt/notesSlides/notesSlide4.xml" Id="Rb8e98709eb8740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706102712466a" /><Relationship Type="http://schemas.openxmlformats.org/officeDocument/2006/relationships/image" Target="/ppt/media/image3.jpeg" Id="Ra5a5236cbce44c78" /><Relationship Type="http://schemas.openxmlformats.org/officeDocument/2006/relationships/image" Target="/ppt/media/image4.jpeg" Id="R8d3ba0d1d6154981" /><Relationship Type="http://schemas.openxmlformats.org/officeDocument/2006/relationships/notesSlide" Target="/ppt/notesSlides/notesSlide5.xml" Id="R2d47f7636e1043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514cee72041a2" /><Relationship Type="http://schemas.openxmlformats.org/officeDocument/2006/relationships/image" Target="/ppt/media/image5.jpeg" Id="Rbb54b3d041094977" /><Relationship Type="http://schemas.openxmlformats.org/officeDocument/2006/relationships/image" Target="/ppt/media/image6.jpeg" Id="Rdfc7060006754bd1" /><Relationship Type="http://schemas.openxmlformats.org/officeDocument/2006/relationships/notesSlide" Target="/ppt/notesSlides/notesSlide6.xml" Id="R31160155664a4e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0ece283774bed" /><Relationship Type="http://schemas.openxmlformats.org/officeDocument/2006/relationships/image" Target="/ppt/media/image7.jpeg" Id="R66ca16ea68a540fe" /><Relationship Type="http://schemas.openxmlformats.org/officeDocument/2006/relationships/image" Target="/ppt/media/image8.jpeg" Id="Rdc5330275f314a62" /><Relationship Type="http://schemas.openxmlformats.org/officeDocument/2006/relationships/notesSlide" Target="/ppt/notesSlides/notesSlide7.xml" Id="R0c54531dc1c045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88795caa44f3d" /><Relationship Type="http://schemas.openxmlformats.org/officeDocument/2006/relationships/image" Target="/ppt/media/image9.jpeg" Id="Recc863c3fc3043da" /><Relationship Type="http://schemas.openxmlformats.org/officeDocument/2006/relationships/image" Target="/ppt/media/image10.jpeg" Id="R90979f37c2c749aa" /><Relationship Type="http://schemas.openxmlformats.org/officeDocument/2006/relationships/notesSlide" Target="/ppt/notesSlides/notesSlide8.xml" Id="Rab8c6b3f3fe44b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7d33a2a1e436f" /><Relationship Type="http://schemas.openxmlformats.org/officeDocument/2006/relationships/image" Target="/ppt/media/image11.jpeg" Id="R7de42075d5ff49cb" /><Relationship Type="http://schemas.openxmlformats.org/officeDocument/2006/relationships/image" Target="/ppt/media/image12.jpeg" Id="R10c178db1b73443b" /><Relationship Type="http://schemas.openxmlformats.org/officeDocument/2006/relationships/notesSlide" Target="/ppt/notesSlides/notesSlide9.xml" Id="R291696810ed345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f6a3d5fce4c46" /><Relationship Type="http://schemas.openxmlformats.org/officeDocument/2006/relationships/image" Target="/ppt/media/image13.jpeg" Id="R856f7d5890bb4d12" /><Relationship Type="http://schemas.openxmlformats.org/officeDocument/2006/relationships/image" Target="/ppt/media/image14.jpeg" Id="R6c925da41cbc4126" /><Relationship Type="http://schemas.openxmlformats.org/officeDocument/2006/relationships/notesSlide" Target="/ppt/notesSlides/notesSlide10.xml" Id="Rb8bc09ac197041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44d31e6dd4459" /><Relationship Type="http://schemas.openxmlformats.org/officeDocument/2006/relationships/image" Target="/ppt/media/image15.jpeg" Id="R957f578d0b3140d6" /><Relationship Type="http://schemas.openxmlformats.org/officeDocument/2006/relationships/image" Target="/ppt/media/image16.jpeg" Id="R264df2dadcff4d15" /><Relationship Type="http://schemas.openxmlformats.org/officeDocument/2006/relationships/notesSlide" Target="/ppt/notesSlides/notesSlide11.xml" Id="R6b1fa3f0408341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84af586984b00" /><Relationship Type="http://schemas.openxmlformats.org/officeDocument/2006/relationships/image" Target="/ppt/media/image17.jpeg" Id="R4f79a55889434867" /><Relationship Type="http://schemas.openxmlformats.org/officeDocument/2006/relationships/image" Target="/ppt/media/image18.jpeg" Id="Rdc09e8af97724674" /><Relationship Type="http://schemas.openxmlformats.org/officeDocument/2006/relationships/notesSlide" Target="/ppt/notesSlides/notesSlide12.xml" Id="R1d40b67c7acc49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f93bcee584886" /><Relationship Type="http://schemas.openxmlformats.org/officeDocument/2006/relationships/notesSlide" Target="/ppt/notesSlides/notesSlide13.xml" Id="R786ea00fc7ea43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Website editing safety and recovery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1/13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b15dc356040c1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Make only the approved change, protect the live website, verify the public result, and know exactly when to stop.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|  Use your own login  |  One approved change at a time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WordPress access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2/13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Use the minimum role assigned to you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is sufficient for routine approved content work.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Administrator controls, plugins, themes, users, servers, payments, and store integrations require separate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Confirm the task before touching the editor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3/13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YOUR SAFE START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correct live domain  |  exact item  |  approved replacement information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If any part of the requested change is missing or unclear, stop before editing.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Confirm the live domain and your own login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4/13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5162f38444c89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4-box">
            <a:extLst xmlns:a="http://schemas.openxmlformats.org/drawingml/2006/main">
              <a:ext uri="{FF2B5EF4-FFF2-40B4-BE49-F238E27FC236}">
                <a16:creationId xmlns:a16="http://schemas.microsoft.com/office/drawing/2014/main" id="{749CC583-2ADA-4B0C-B07C-A70D394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6193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4-heading">
            <a:extLst xmlns:a="http://schemas.openxmlformats.org/drawingml/2006/main">
              <a:ext uri="{FF2B5EF4-FFF2-40B4-BE49-F238E27FC236}">
                <a16:creationId xmlns:a16="http://schemas.microsoft.com/office/drawing/2014/main" id="{7F25953F-4AE7-4F02-A289-F98AEE3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7908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4-body">
            <a:extLst xmlns:a="http://schemas.openxmlformats.org/drawingml/2006/main">
              <a:ext uri="{FF2B5EF4-FFF2-40B4-BE49-F238E27FC236}">
                <a16:creationId xmlns:a16="http://schemas.microsoft.com/office/drawing/2014/main" id="{10B576F1-08BF-4DE2-87D4-C0B5EEA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248025"/>
            <a:ext cx="2876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All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Search by name if needed.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7E47C0BD-FEE9-422F-B0A0-1673A9F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1662BBA2-2371-44E1-82C1-F0F3C6C4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659d3dd5a4721"/>
          <a:stretch xmlns:a="http://schemas.openxmlformats.org/drawingml/2006/main"/>
        </p:blipFill>
        <p:spPr>
          <a:xfrm xmlns:a="http://schemas.openxmlformats.org/drawingml/2006/main">
            <a:off x="552450" y="3647427"/>
            <a:ext cx="11944350" cy="2801646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5088EA59-FC69-4DFD-AEB9-8557CE66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24ADEDD5-A0F0-40F7-B877-2DC03B5A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39EE0F66-5A60-4390-B158-F13B6C37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Check the domain.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Use your own account.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Never share logins.</a:t>
            </a:r>
          </a:p>
        </p:txBody>
      </p:sp>
      <p:sp>
        <p:nvSpPr>
          <p:cNvPr id="25" name="lesson-cover-0">
            <a:extLst xmlns:a="http://schemas.openxmlformats.org/drawingml/2006/main">
              <a:ext uri="{FF2B5EF4-FFF2-40B4-BE49-F238E27FC236}">
                <a16:creationId xmlns:a16="http://schemas.microsoft.com/office/drawing/2014/main" id="{8BE55633-FCED-4A84-BA75-0ECBEF76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0">
            <a:extLst xmlns:a="http://schemas.openxmlformats.org/drawingml/2006/main">
              <a:ext uri="{FF2B5EF4-FFF2-40B4-BE49-F238E27FC236}">
                <a16:creationId xmlns:a16="http://schemas.microsoft.com/office/drawing/2014/main" id="{6E6F0DDD-0AA8-42B0-9291-BAD81104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0">
            <a:extLst xmlns:a="http://schemas.openxmlformats.org/drawingml/2006/main">
              <a:ext uri="{FF2B5EF4-FFF2-40B4-BE49-F238E27FC236}">
                <a16:creationId xmlns:a16="http://schemas.microsoft.com/office/drawing/2014/main" id="{EF706CF1-2EEA-45CB-9E0F-62FBC349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0">
            <a:extLst xmlns:a="http://schemas.openxmlformats.org/drawingml/2006/main">
              <a:ext uri="{FF2B5EF4-FFF2-40B4-BE49-F238E27FC236}">
                <a16:creationId xmlns:a16="http://schemas.microsoft.com/office/drawing/2014/main" id="{D513E932-EA94-4003-A578-2C11DD1F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rebekahspureliving.com/wp-admin</a:t>
            </a:r>
          </a:p>
        </p:txBody>
      </p:sp>
      <p:sp>
        <p:nvSpPr>
          <p:cNvPr id="29" name="guide-0">
            <a:extLst xmlns:a="http://schemas.openxmlformats.org/drawingml/2006/main">
              <a:ext uri="{FF2B5EF4-FFF2-40B4-BE49-F238E27FC236}">
                <a16:creationId xmlns:a16="http://schemas.microsoft.com/office/drawing/2014/main" id="{F19DDC0E-97E0-4526-807C-B1AD0865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Confirm the address begins with the live domain.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Use only your own named WordPress account.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Do not use an old staging address or another person's saved login.</a:t>
            </a:r>
          </a:p>
        </p:txBody>
      </p:sp>
      <p:sp>
        <p:nvSpPr>
          <p:cNvPr id="30" name="warn-0">
            <a:extLst xmlns:a="http://schemas.openxmlformats.org/drawingml/2006/main">
              <a:ext uri="{FF2B5EF4-FFF2-40B4-BE49-F238E27FC236}">
                <a16:creationId xmlns:a16="http://schemas.microsoft.com/office/drawing/2014/main" id="{C6217F24-FAD4-4DFC-B586-ADBA3387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the exact item named in the request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5/13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5236cbce44c78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7-box">
            <a:extLst xmlns:a="http://schemas.openxmlformats.org/drawingml/2006/main">
              <a:ext uri="{FF2B5EF4-FFF2-40B4-BE49-F238E27FC236}">
                <a16:creationId xmlns:a16="http://schemas.microsoft.com/office/drawing/2014/main" id="{0F19B1DB-3B3B-49C1-80BC-96FCE75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7-heading">
            <a:extLst xmlns:a="http://schemas.openxmlformats.org/drawingml/2006/main">
              <a:ext uri="{FF2B5EF4-FFF2-40B4-BE49-F238E27FC236}">
                <a16:creationId xmlns:a16="http://schemas.microsoft.com/office/drawing/2014/main" id="{82F39FEE-796F-4780-ABB1-8EFCF56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7-body">
            <a:extLst xmlns:a="http://schemas.openxmlformats.org/drawingml/2006/main">
              <a:ext uri="{FF2B5EF4-FFF2-40B4-BE49-F238E27FC236}">
                <a16:creationId xmlns:a16="http://schemas.microsoft.com/office/drawing/2014/main" id="{7B905C5E-FC7C-4CAF-A6DE-D492D9B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Find Medical Service.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Check the approved category.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Uncheck incorrect categories.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B43882D0-03D2-4BCD-84DB-F9E4DEF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7DA31449-9DAA-427A-93C8-37B9E36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ba0d1d6154981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A1E3021B-660E-41BD-93CD-357A265E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6482EF53-8E6B-49DC-A44A-E4951D70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3DC65744-926C-4842-97D8-28F93924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Open the correct section.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Match identifying details.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Stop when uncertain.</a:t>
            </a:r>
          </a:p>
        </p:txBody>
      </p:sp>
      <p:sp>
        <p:nvSpPr>
          <p:cNvPr id="25" name="lesson-cover-1">
            <a:extLst xmlns:a="http://schemas.openxmlformats.org/drawingml/2006/main">
              <a:ext uri="{FF2B5EF4-FFF2-40B4-BE49-F238E27FC236}">
                <a16:creationId xmlns:a16="http://schemas.microsoft.com/office/drawing/2014/main" id="{CB02CD0F-F3D4-49A8-929A-54BDE853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1">
            <a:extLst xmlns:a="http://schemas.openxmlformats.org/drawingml/2006/main">
              <a:ext uri="{FF2B5EF4-FFF2-40B4-BE49-F238E27FC236}">
                <a16:creationId xmlns:a16="http://schemas.microsoft.com/office/drawing/2014/main" id="{EFB5F169-D8B5-4435-904B-60A43463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1">
            <a:extLst xmlns:a="http://schemas.openxmlformats.org/drawingml/2006/main">
              <a:ext uri="{FF2B5EF4-FFF2-40B4-BE49-F238E27FC236}">
                <a16:creationId xmlns:a16="http://schemas.microsoft.com/office/drawing/2014/main" id="{1BBFA049-FF03-4865-A2CA-5D3DAE2B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1">
            <a:extLst xmlns:a="http://schemas.openxmlformats.org/drawingml/2006/main">
              <a:ext uri="{FF2B5EF4-FFF2-40B4-BE49-F238E27FC236}">
                <a16:creationId xmlns:a16="http://schemas.microsoft.com/office/drawing/2014/main" id="{A31315F6-5E39-4D17-8AE4-64FC9A40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Correct content list &gt; match title, name, or date &gt; Edit</a:t>
            </a:r>
          </a:p>
        </p:txBody>
      </p:sp>
      <p:sp>
        <p:nvSpPr>
          <p:cNvPr id="29" name="guide-1">
            <a:extLst xmlns:a="http://schemas.openxmlformats.org/drawingml/2006/main">
              <a:ext uri="{FF2B5EF4-FFF2-40B4-BE49-F238E27FC236}">
                <a16:creationId xmlns:a16="http://schemas.microsoft.com/office/drawing/2014/main" id="{D9C693A5-7A98-40CA-B552-DA1DCB50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Choose the correct section, such as Practitioners, Events, Posts, or Pages.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Match the exact title, name, store, and date before selecting Edit.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If two records look similar, stop and confirm which one is correct.</a:t>
            </a:r>
          </a:p>
        </p:txBody>
      </p:sp>
      <p:sp>
        <p:nvSpPr>
          <p:cNvPr id="30" name="warn-1">
            <a:extLst xmlns:a="http://schemas.openxmlformats.org/drawingml/2006/main">
              <a:ext uri="{FF2B5EF4-FFF2-40B4-BE49-F238E27FC236}">
                <a16:creationId xmlns:a16="http://schemas.microsoft.com/office/drawing/2014/main" id="{34CE2288-4B5B-486A-A367-7CC1C893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Change only the approved fields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6/13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4b3d041094977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9-box">
            <a:extLst xmlns:a="http://schemas.openxmlformats.org/drawingml/2006/main">
              <a:ext uri="{FF2B5EF4-FFF2-40B4-BE49-F238E27FC236}">
                <a16:creationId xmlns:a16="http://schemas.microsoft.com/office/drawing/2014/main" id="{4ABC69C6-DAD4-4F33-9D0B-71C0042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9-heading">
            <a:extLst xmlns:a="http://schemas.openxmlformats.org/drawingml/2006/main">
              <a:ext uri="{FF2B5EF4-FFF2-40B4-BE49-F238E27FC236}">
                <a16:creationId xmlns:a16="http://schemas.microsoft.com/office/drawing/2014/main" id="{A67D71E3-0150-41E7-8E63-2A3F778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9-body">
            <a:extLst xmlns:a="http://schemas.openxmlformats.org/drawingml/2006/main">
              <a:ext uri="{FF2B5EF4-FFF2-40B4-BE49-F238E27FC236}">
                <a16:creationId xmlns:a16="http://schemas.microsoft.com/office/drawing/2014/main" id="{7902B29C-2B93-41ED-ABA6-92C8BE4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Select Visual.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Replace the approved description.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Keep the paragraph breaks.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21417551-7971-46A0-A134-410189F4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A34A1B5-BC25-4C72-98C7-8779AB7D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7060006754bd1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D4D104B4-9A79-4C09-A56B-1E62579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BC430E73-5DD1-42E7-9CE8-1799832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6D25D61B-2C29-460D-9FB7-FE4040D8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Touch only named fields.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Do not redesign.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Compare old and new.</a:t>
            </a:r>
          </a:p>
        </p:txBody>
      </p:sp>
      <p:sp>
        <p:nvSpPr>
          <p:cNvPr id="25" name="lesson-cover-2">
            <a:extLst xmlns:a="http://schemas.openxmlformats.org/drawingml/2006/main">
              <a:ext uri="{FF2B5EF4-FFF2-40B4-BE49-F238E27FC236}">
                <a16:creationId xmlns:a16="http://schemas.microsoft.com/office/drawing/2014/main" id="{B355E413-BDAF-49B0-BC1D-B13FA00C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2">
            <a:extLst xmlns:a="http://schemas.openxmlformats.org/drawingml/2006/main">
              <a:ext uri="{FF2B5EF4-FFF2-40B4-BE49-F238E27FC236}">
                <a16:creationId xmlns:a16="http://schemas.microsoft.com/office/drawing/2014/main" id="{B824D97E-C5C9-46A7-B790-6D4226AA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2">
            <a:extLst xmlns:a="http://schemas.openxmlformats.org/drawingml/2006/main">
              <a:ext uri="{FF2B5EF4-FFF2-40B4-BE49-F238E27FC236}">
                <a16:creationId xmlns:a16="http://schemas.microsoft.com/office/drawing/2014/main" id="{ACC45E60-129A-430D-BDA7-DFB5A1EE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2">
            <a:extLst xmlns:a="http://schemas.openxmlformats.org/drawingml/2006/main">
              <a:ext uri="{FF2B5EF4-FFF2-40B4-BE49-F238E27FC236}">
                <a16:creationId xmlns:a16="http://schemas.microsoft.com/office/drawing/2014/main" id="{234E4D17-8243-4B3D-9AA8-48103976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Editor &gt; exact field named in the request</a:t>
            </a:r>
          </a:p>
        </p:txBody>
      </p:sp>
      <p:sp>
        <p:nvSpPr>
          <p:cNvPr id="29" name="guide-2">
            <a:extLst xmlns:a="http://schemas.openxmlformats.org/drawingml/2006/main">
              <a:ext uri="{FF2B5EF4-FFF2-40B4-BE49-F238E27FC236}">
                <a16:creationId xmlns:a16="http://schemas.microsoft.com/office/drawing/2014/main" id="{E46F67DB-90C6-4602-9674-20DEEB5E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Leave unrelated text, images, categories, links, dates, and settings unchanged.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Do not redesign the page while making a content correction.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Review the old value and the approved replacement before typing.</a:t>
            </a:r>
          </a:p>
        </p:txBody>
      </p:sp>
      <p:sp>
        <p:nvSpPr>
          <p:cNvPr id="30" name="warn-2">
            <a:extLst xmlns:a="http://schemas.openxmlformats.org/drawingml/2006/main">
              <a:ext uri="{FF2B5EF4-FFF2-40B4-BE49-F238E27FC236}">
                <a16:creationId xmlns:a16="http://schemas.microsoft.com/office/drawing/2014/main" id="{0CE13A9F-5883-475A-B4AD-4E872906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Keep new or uncertain work in Draft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7/13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a16ea68a540fe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0-box">
            <a:extLst xmlns:a="http://schemas.openxmlformats.org/drawingml/2006/main">
              <a:ext uri="{FF2B5EF4-FFF2-40B4-BE49-F238E27FC236}">
                <a16:creationId xmlns:a16="http://schemas.microsoft.com/office/drawing/2014/main" id="{47D5217A-E42C-4ADF-9103-30D5116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0-heading">
            <a:extLst xmlns:a="http://schemas.openxmlformats.org/drawingml/2006/main">
              <a:ext uri="{FF2B5EF4-FFF2-40B4-BE49-F238E27FC236}">
                <a16:creationId xmlns:a16="http://schemas.microsoft.com/office/drawing/2014/main" id="{780B9F1D-0BB3-4C1A-B929-5C80B4B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0-body">
            <a:extLst xmlns:a="http://schemas.openxmlformats.org/drawingml/2006/main">
              <a:ext uri="{FF2B5EF4-FFF2-40B4-BE49-F238E27FC236}">
                <a16:creationId xmlns:a16="http://schemas.microsoft.com/office/drawing/2014/main" id="{59DF0A13-2632-4088-9ED5-479F2E0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Add only approved public details.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every link.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Remove outdated contact information.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8EDCC9F3-24DA-4049-8181-72DAAAA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1ED9BDE7-F1E3-4F14-940C-2D1C20F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330275f314a62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FA2E18A6-C808-472C-BDCB-82142D8A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47108EF7-53C2-4EA4-B9A6-EC578D4D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9C69C03C-3655-4E3F-A07D-5C4DB96B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Keep new work in Draft.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Preview privately.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Publish only after approval.</a:t>
            </a:r>
          </a:p>
        </p:txBody>
      </p:sp>
      <p:sp>
        <p:nvSpPr>
          <p:cNvPr id="25" name="lesson-cover-3">
            <a:extLst xmlns:a="http://schemas.openxmlformats.org/drawingml/2006/main">
              <a:ext uri="{FF2B5EF4-FFF2-40B4-BE49-F238E27FC236}">
                <a16:creationId xmlns:a16="http://schemas.microsoft.com/office/drawing/2014/main" id="{1334F8C1-1C17-4620-92B9-E00789A2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3">
            <a:extLst xmlns:a="http://schemas.openxmlformats.org/drawingml/2006/main">
              <a:ext uri="{FF2B5EF4-FFF2-40B4-BE49-F238E27FC236}">
                <a16:creationId xmlns:a16="http://schemas.microsoft.com/office/drawing/2014/main" id="{8EC86302-41DA-4FF7-9A19-DD059472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3">
            <a:extLst xmlns:a="http://schemas.openxmlformats.org/drawingml/2006/main">
              <a:ext uri="{FF2B5EF4-FFF2-40B4-BE49-F238E27FC236}">
                <a16:creationId xmlns:a16="http://schemas.microsoft.com/office/drawing/2014/main" id="{4B2ACF9E-753E-4F3C-980B-74815659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3">
            <a:extLst xmlns:a="http://schemas.openxmlformats.org/drawingml/2006/main">
              <a:ext uri="{FF2B5EF4-FFF2-40B4-BE49-F238E27FC236}">
                <a16:creationId xmlns:a16="http://schemas.microsoft.com/office/drawing/2014/main" id="{CBFDA450-499C-44BF-AC61-FA90C528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Status &gt; Draft &gt; Save Draft &gt; Preview</a:t>
            </a:r>
          </a:p>
        </p:txBody>
      </p:sp>
      <p:sp>
        <p:nvSpPr>
          <p:cNvPr id="29" name="guide-3">
            <a:extLst xmlns:a="http://schemas.openxmlformats.org/drawingml/2006/main">
              <a:ext uri="{FF2B5EF4-FFF2-40B4-BE49-F238E27FC236}">
                <a16:creationId xmlns:a16="http://schemas.microsoft.com/office/drawing/2014/main" id="{EDCEC3F3-B1B8-4E4E-A59F-450AE902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Use Draft for new content until every required detail is complete and approved.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Preview the result before publishing.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Do not use Publish just to see what the page might look like.</a:t>
            </a:r>
          </a:p>
        </p:txBody>
      </p:sp>
      <p:sp>
        <p:nvSpPr>
          <p:cNvPr id="30" name="warn-3">
            <a:extLst xmlns:a="http://schemas.openxmlformats.org/drawingml/2006/main">
              <a:ext uri="{FF2B5EF4-FFF2-40B4-BE49-F238E27FC236}">
                <a16:creationId xmlns:a16="http://schemas.microsoft.com/office/drawing/2014/main" id="{4B1823BB-E322-4B61-ADFF-0EBC9F29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Do not change design, plugins, or server controls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8/13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863c3fc3043da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1-box">
            <a:extLst xmlns:a="http://schemas.openxmlformats.org/drawingml/2006/main">
              <a:ext uri="{FF2B5EF4-FFF2-40B4-BE49-F238E27FC236}">
                <a16:creationId xmlns:a16="http://schemas.microsoft.com/office/drawing/2014/main" id="{675C4915-8EB7-4966-8DF8-3A318AC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1-heading">
            <a:extLst xmlns:a="http://schemas.openxmlformats.org/drawingml/2006/main">
              <a:ext uri="{FF2B5EF4-FFF2-40B4-BE49-F238E27FC236}">
                <a16:creationId xmlns:a16="http://schemas.microsoft.com/office/drawing/2014/main" id="{DB8BA70E-1E1C-42FF-8AD2-9CCC11C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1-body">
            <a:extLst xmlns:a="http://schemas.openxmlformats.org/drawingml/2006/main">
              <a:ext uri="{FF2B5EF4-FFF2-40B4-BE49-F238E27FC236}">
                <a16:creationId xmlns:a16="http://schemas.microsoft.com/office/drawing/2014/main" id="{EF2C2CC5-DFDA-44D3-88A6-EB8D397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Re-read every changed field.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Compare with the approved information.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Fix errors before saving.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744FCE74-0862-4A7B-A39A-F93F670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6AF0294B-41F2-4246-9143-7C4DF9DD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79f37c2c749aa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D795B593-E452-4062-AE49-1B9A2D6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39B2A4BB-FCCD-423A-BE74-451B21D7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E3219AB5-C174-4CF7-A13C-AED13EB0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Leave technical controls alone.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Record what you saw.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Contact Blue Nova.</a:t>
            </a:r>
          </a:p>
        </p:txBody>
      </p:sp>
      <p:sp>
        <p:nvSpPr>
          <p:cNvPr id="25" name="lesson-cover-4">
            <a:extLst xmlns:a="http://schemas.openxmlformats.org/drawingml/2006/main">
              <a:ext uri="{FF2B5EF4-FFF2-40B4-BE49-F238E27FC236}">
                <a16:creationId xmlns:a16="http://schemas.microsoft.com/office/drawing/2014/main" id="{39C4C303-74B0-46B1-B3D2-301E4973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4">
            <a:extLst xmlns:a="http://schemas.openxmlformats.org/drawingml/2006/main">
              <a:ext uri="{FF2B5EF4-FFF2-40B4-BE49-F238E27FC236}">
                <a16:creationId xmlns:a16="http://schemas.microsoft.com/office/drawing/2014/main" id="{C2AC6C4A-9395-4897-B5EF-42436E1C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4">
            <a:extLst xmlns:a="http://schemas.openxmlformats.org/drawingml/2006/main">
              <a:ext uri="{FF2B5EF4-FFF2-40B4-BE49-F238E27FC236}">
                <a16:creationId xmlns:a16="http://schemas.microsoft.com/office/drawing/2014/main" id="{A314E381-38A2-47E8-B6E2-11008FC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4">
            <a:extLst xmlns:a="http://schemas.openxmlformats.org/drawingml/2006/main">
              <a:ext uri="{FF2B5EF4-FFF2-40B4-BE49-F238E27FC236}">
                <a16:creationId xmlns:a16="http://schemas.microsoft.com/office/drawing/2014/main" id="{EDD75F4B-5875-470F-B4D0-5A4DC579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STOP: Appearance, Plugins, Settings, Cloudways, payment, and store controls</a:t>
            </a:r>
          </a:p>
        </p:txBody>
      </p:sp>
      <p:sp>
        <p:nvSpPr>
          <p:cNvPr id="29" name="guide-4">
            <a:extLst xmlns:a="http://schemas.openxmlformats.org/drawingml/2006/main">
              <a:ext uri="{FF2B5EF4-FFF2-40B4-BE49-F238E27FC236}">
                <a16:creationId xmlns:a16="http://schemas.microsoft.com/office/drawing/2014/main" id="{A22CCFCA-1F0B-4DEA-A0B0-94CA2FE3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Routine editors should not enter these areas.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Do not install, update, disable, configure, reconnect, or restart anything.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Take a screenshot of the problem and contact Blue Nova.</a:t>
            </a:r>
          </a:p>
        </p:txBody>
      </p:sp>
      <p:sp>
        <p:nvSpPr>
          <p:cNvPr id="30" name="warn-4">
            <a:extLst xmlns:a="http://schemas.openxmlformats.org/drawingml/2006/main">
              <a:ext uri="{FF2B5EF4-FFF2-40B4-BE49-F238E27FC236}">
                <a16:creationId xmlns:a16="http://schemas.microsoft.com/office/drawing/2014/main" id="{BFBDFB45-616C-4FDB-B316-9456A236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Review images, links, dates, and public claims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9/13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42075d5ff49cb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2-box">
            <a:extLst xmlns:a="http://schemas.openxmlformats.org/drawingml/2006/main">
              <a:ext uri="{FF2B5EF4-FFF2-40B4-BE49-F238E27FC236}">
                <a16:creationId xmlns:a16="http://schemas.microsoft.com/office/drawing/2014/main" id="{AE96A1A7-2080-4A02-92EC-C234016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2-heading">
            <a:extLst xmlns:a="http://schemas.openxmlformats.org/drawingml/2006/main">
              <a:ext uri="{FF2B5EF4-FFF2-40B4-BE49-F238E27FC236}">
                <a16:creationId xmlns:a16="http://schemas.microsoft.com/office/drawing/2014/main" id="{8659E305-1C06-41F7-B96B-24B1D38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2-body">
            <a:extLst xmlns:a="http://schemas.openxmlformats.org/drawingml/2006/main">
              <a:ext uri="{FF2B5EF4-FFF2-40B4-BE49-F238E27FC236}">
                <a16:creationId xmlns:a16="http://schemas.microsoft.com/office/drawing/2014/main" id="{85081FAA-0F62-48F5-A83B-901A83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Click Save once.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Wait for confirmation.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Do not click repeatedly.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D19E1327-175C-4838-88C5-1268E10D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D2145F7-66B7-4EC7-A289-70412226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178db1b73443b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2FA350BD-A77C-4029-8BB1-2F88B956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91E2FF1E-AAEB-4631-924A-74DCEFCB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253916D3-73CE-423F-81CD-BB07B517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Check images.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links.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Recheck sensitive facts.</a:t>
            </a:r>
          </a:p>
        </p:txBody>
      </p:sp>
      <p:sp>
        <p:nvSpPr>
          <p:cNvPr id="25" name="lesson-cover-5">
            <a:extLst xmlns:a="http://schemas.openxmlformats.org/drawingml/2006/main">
              <a:ext uri="{FF2B5EF4-FFF2-40B4-BE49-F238E27FC236}">
                <a16:creationId xmlns:a16="http://schemas.microsoft.com/office/drawing/2014/main" id="{B7C7E62B-1A1C-4DC1-BBE2-F1C79696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5">
            <a:extLst xmlns:a="http://schemas.openxmlformats.org/drawingml/2006/main">
              <a:ext uri="{FF2B5EF4-FFF2-40B4-BE49-F238E27FC236}">
                <a16:creationId xmlns:a16="http://schemas.microsoft.com/office/drawing/2014/main" id="{F829C7EF-8B7B-4C7B-B1E6-A8D4E9A7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5">
            <a:extLst xmlns:a="http://schemas.openxmlformats.org/drawingml/2006/main">
              <a:ext uri="{FF2B5EF4-FFF2-40B4-BE49-F238E27FC236}">
                <a16:creationId xmlns:a16="http://schemas.microsoft.com/office/drawing/2014/main" id="{D538CDA9-37B6-4837-A422-69A42816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5">
            <a:extLst xmlns:a="http://schemas.openxmlformats.org/drawingml/2006/main">
              <a:ext uri="{FF2B5EF4-FFF2-40B4-BE49-F238E27FC236}">
                <a16:creationId xmlns:a16="http://schemas.microsoft.com/office/drawing/2014/main" id="{E0CE300F-3658-42FC-A7B7-0A1CD0F1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Preview &gt; read and test the complete changed section</a:t>
            </a:r>
          </a:p>
        </p:txBody>
      </p:sp>
      <p:sp>
        <p:nvSpPr>
          <p:cNvPr id="29" name="guide-5">
            <a:extLst xmlns:a="http://schemas.openxmlformats.org/drawingml/2006/main">
              <a:ext uri="{FF2B5EF4-FFF2-40B4-BE49-F238E27FC236}">
                <a16:creationId xmlns:a16="http://schemas.microsoft.com/office/drawing/2014/main" id="{5CD46120-92E6-4854-8F3C-C5AA0AB9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Confirm images are approved, clear, and correctly cropped.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Open every changed link and verify its destination.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Recheck dates, times, prices, health wording, addresses, phone numbers, and names.</a:t>
            </a:r>
          </a:p>
        </p:txBody>
      </p:sp>
      <p:sp>
        <p:nvSpPr>
          <p:cNvPr id="30" name="warn-5">
            <a:extLst xmlns:a="http://schemas.openxmlformats.org/drawingml/2006/main">
              <a:ext uri="{FF2B5EF4-FFF2-40B4-BE49-F238E27FC236}">
                <a16:creationId xmlns:a16="http://schemas.microsoft.com/office/drawing/2014/main" id="{9FA73F9C-A026-48EB-AD03-37B45B3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Save once and wait for confirmation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10/13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f7d5890bb4d12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Return to the practitioner list.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the same row.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Clear Cache.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03DB1B71-F8EF-48E6-80F8-252EE437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33CBD6E-560F-41B6-8F1B-3991E358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25da41cbc4126"/>
          <a:stretch xmlns:a="http://schemas.openxmlformats.org/drawingml/2006/main"/>
        </p:blipFill>
        <p:spPr>
          <a:xfrm xmlns:a="http://schemas.openxmlformats.org/drawingml/2006/main">
            <a:off x="552450" y="3647427"/>
            <a:ext cx="11944350" cy="2801646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C6F319E0-D59E-446B-B8B1-2C4383D2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86D0CC1C-6400-4A97-853A-15328015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7DA2E999-8A08-4300-869A-B3575F2A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Choose the correct action.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Click once.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Wait for confirmation.</a:t>
            </a:r>
          </a:p>
        </p:txBody>
      </p:sp>
      <p:sp>
        <p:nvSpPr>
          <p:cNvPr id="25" name="lesson-cover-6">
            <a:extLst xmlns:a="http://schemas.openxmlformats.org/drawingml/2006/main">
              <a:ext uri="{FF2B5EF4-FFF2-40B4-BE49-F238E27FC236}">
                <a16:creationId xmlns:a16="http://schemas.microsoft.com/office/drawing/2014/main" id="{46B70980-2228-4113-B3B7-6113C80B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6">
            <a:extLst xmlns:a="http://schemas.openxmlformats.org/drawingml/2006/main">
              <a:ext uri="{FF2B5EF4-FFF2-40B4-BE49-F238E27FC236}">
                <a16:creationId xmlns:a16="http://schemas.microsoft.com/office/drawing/2014/main" id="{CE303346-B6BC-49D7-929A-56C544D4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6">
            <a:extLst xmlns:a="http://schemas.openxmlformats.org/drawingml/2006/main">
              <a:ext uri="{FF2B5EF4-FFF2-40B4-BE49-F238E27FC236}">
                <a16:creationId xmlns:a16="http://schemas.microsoft.com/office/drawing/2014/main" id="{673A37AE-5DC8-42BB-A6A8-1D12BD15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6">
            <a:extLst xmlns:a="http://schemas.openxmlformats.org/drawingml/2006/main">
              <a:ext uri="{FF2B5EF4-FFF2-40B4-BE49-F238E27FC236}">
                <a16:creationId xmlns:a16="http://schemas.microsoft.com/office/drawing/2014/main" id="{D3DD49C9-E5CF-4D9D-9106-8A739113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Save, Update, or Publish button</a:t>
            </a:r>
          </a:p>
        </p:txBody>
      </p:sp>
      <p:sp>
        <p:nvSpPr>
          <p:cNvPr id="29" name="guide-6">
            <a:extLst xmlns:a="http://schemas.openxmlformats.org/drawingml/2006/main">
              <a:ext uri="{FF2B5EF4-FFF2-40B4-BE49-F238E27FC236}">
                <a16:creationId xmlns:a16="http://schemas.microsoft.com/office/drawing/2014/main" id="{B70A69A9-AFA7-4903-A843-837988B7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Choose the one correct save action for the task.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Select it one time and wait for WordPress to confirm.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Do not click repeatedly or leave while WordPress is still saving.</a:t>
            </a:r>
          </a:p>
        </p:txBody>
      </p:sp>
      <p:sp>
        <p:nvSpPr>
          <p:cNvPr id="30" name="warn-6">
            <a:extLst xmlns:a="http://schemas.openxmlformats.org/drawingml/2006/main">
              <a:ext uri="{FF2B5EF4-FFF2-40B4-BE49-F238E27FC236}">
                <a16:creationId xmlns:a16="http://schemas.microsoft.com/office/drawing/2014/main" id="{F3CE5EB0-97F7-4577-B003-A754AF18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Clear only the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11/13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f578d0b3140d6"/>
          <a:stretch xmlns:a="http://schemas.openxmlformats.org/drawingml/2006/main"/>
        </p:blipFill>
        <p:spPr>
          <a:xfrm xmlns:a="http://schemas.openxmlformats.org/drawingml/2006/main">
            <a:off x="1381735" y="1398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4-box">
            <a:extLst xmlns:a="http://schemas.openxmlformats.org/drawingml/2006/main">
              <a:ext uri="{FF2B5EF4-FFF2-40B4-BE49-F238E27FC236}">
                <a16:creationId xmlns:a16="http://schemas.microsoft.com/office/drawing/2014/main" id="{6DC89904-0505-4186-A6F9-DE14575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5725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14" name="written-steps-s14-heading">
            <a:extLst xmlns:a="http://schemas.openxmlformats.org/drawingml/2006/main">
              <a:ext uri="{FF2B5EF4-FFF2-40B4-BE49-F238E27FC236}">
                <a16:creationId xmlns:a16="http://schemas.microsoft.com/office/drawing/2014/main" id="{E56D5C24-D474-49BD-8D23-ABC67D4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6487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4C3C"/>
                </a:solidFill>
              </a:defRPr>
            </a:pPr>
            <a:r>
              <a:rPr sz="1125" b="1">
                <a:solidFill>
                  <a:srgbClr val="174C3C"/>
                </a:solidFill>
              </a:rPr>
              <a:t>WRITTEN CHECK</a:t>
            </a:r>
          </a:p>
        </p:txBody>
      </p:sp>
      <p:sp>
        <p:nvSpPr>
          <p:cNvPr id="15" name="written-steps-s14-body">
            <a:extLst xmlns:a="http://schemas.openxmlformats.org/drawingml/2006/main">
              <a:ext uri="{FF2B5EF4-FFF2-40B4-BE49-F238E27FC236}">
                <a16:creationId xmlns:a16="http://schemas.microsoft.com/office/drawing/2014/main" id="{8D41BF83-9913-4A25-8265-FF672CF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88963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1. Search the name.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2. Confirm the public details.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3. Check the links.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685ADFEC-1406-4119-9691-4EAA8AEF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54EA2403-617E-4E45-8B9E-8F3CAE3A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df2dadcff4d15"/>
          <a:stretch xmlns:a="http://schemas.openxmlformats.org/drawingml/2006/main"/>
        </p:blipFill>
        <p:spPr>
          <a:xfrm xmlns:a="http://schemas.openxmlformats.org/drawingml/2006/main">
            <a:off x="607906" y="1314450"/>
            <a:ext cx="11833437" cy="7467600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4BC032DF-E857-4FCD-8E03-6D1D9492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7C8D4D63-68C3-448B-826C-667E0EF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4128F2A5-EFEC-45FE-9C77-58AB5F76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Use the smallest clear.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Purge once.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Do not change settings.</a:t>
            </a:r>
          </a:p>
        </p:txBody>
      </p:sp>
      <p:sp>
        <p:nvSpPr>
          <p:cNvPr id="25" name="lesson-cover-7">
            <a:extLst xmlns:a="http://schemas.openxmlformats.org/drawingml/2006/main">
              <a:ext uri="{FF2B5EF4-FFF2-40B4-BE49-F238E27FC236}">
                <a16:creationId xmlns:a16="http://schemas.microsoft.com/office/drawing/2014/main" id="{6056D27B-2878-4B94-8628-843C487B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7">
            <a:extLst xmlns:a="http://schemas.openxmlformats.org/drawingml/2006/main">
              <a:ext uri="{FF2B5EF4-FFF2-40B4-BE49-F238E27FC236}">
                <a16:creationId xmlns:a16="http://schemas.microsoft.com/office/drawing/2014/main" id="{3BA9CE9F-F9BA-4410-BA1B-D8728C4F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7">
            <a:extLst xmlns:a="http://schemas.openxmlformats.org/drawingml/2006/main">
              <a:ext uri="{FF2B5EF4-FFF2-40B4-BE49-F238E27FC236}">
                <a16:creationId xmlns:a16="http://schemas.microsoft.com/office/drawing/2014/main" id="{61FFD26D-E6F1-459C-9391-EDC2F8D8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7">
            <a:extLst xmlns:a="http://schemas.openxmlformats.org/drawingml/2006/main">
              <a:ext uri="{FF2B5EF4-FFF2-40B4-BE49-F238E27FC236}">
                <a16:creationId xmlns:a16="http://schemas.microsoft.com/office/drawing/2014/main" id="{F4C0F7C7-93E9-430A-ABEF-155FD916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Changed record or approved cache control &gt; Clear Cache</a:t>
            </a:r>
          </a:p>
        </p:txBody>
      </p:sp>
      <p:sp>
        <p:nvSpPr>
          <p:cNvPr id="29" name="guide-7">
            <a:extLst xmlns:a="http://schemas.openxmlformats.org/drawingml/2006/main">
              <a:ext uri="{FF2B5EF4-FFF2-40B4-BE49-F238E27FC236}">
                <a16:creationId xmlns:a16="http://schemas.microsoft.com/office/drawing/2014/main" id="{6435B0A6-5D04-4224-B153-D8CD902E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Start with the exact record or page cache when available.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Use broader Breeze or Varnish purges only when approved.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Never change cache, plugin, server, or optimization settings.</a:t>
            </a:r>
          </a:p>
        </p:txBody>
      </p:sp>
      <p:sp>
        <p:nvSpPr>
          <p:cNvPr id="30" name="warn-7">
            <a:extLst xmlns:a="http://schemas.openxmlformats.org/drawingml/2006/main">
              <a:ext uri="{FF2B5EF4-FFF2-40B4-BE49-F238E27FC236}">
                <a16:creationId xmlns:a16="http://schemas.microsoft.com/office/drawing/2014/main" id="{F7875E74-2D37-40A9-9666-ED64E5C6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publicly and stop if the result is wrong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12/13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9a55889434867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5-box">
            <a:extLst xmlns:a="http://schemas.openxmlformats.org/drawingml/2006/main">
              <a:ext uri="{FF2B5EF4-FFF2-40B4-BE49-F238E27FC236}">
                <a16:creationId xmlns:a16="http://schemas.microsoft.com/office/drawing/2014/main" id="{95F7E925-0EF7-4F1A-9828-BF8ECBF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5-heading">
            <a:extLst xmlns:a="http://schemas.openxmlformats.org/drawingml/2006/main">
              <a:ext uri="{FF2B5EF4-FFF2-40B4-BE49-F238E27FC236}">
                <a16:creationId xmlns:a16="http://schemas.microsoft.com/office/drawing/2014/main" id="{14D4D90E-89F6-47C7-9D04-00F1043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577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5-body">
            <a:extLst xmlns:a="http://schemas.openxmlformats.org/drawingml/2006/main">
              <a:ext uri="{FF2B5EF4-FFF2-40B4-BE49-F238E27FC236}">
                <a16:creationId xmlns:a16="http://schemas.microsoft.com/office/drawing/2014/main" id="{CC6F111D-F8F6-4BF7-B6D2-F9566B6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5734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1. Click View full listing.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2. Check the full details and links.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3. Repeat the check on a phone.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369E89C9-3A59-4222-A997-6174901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BFCDEE92-C609-4F75-ADE1-A9AB60AC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9e8af97724674"/>
          <a:stretch xmlns:a="http://schemas.openxmlformats.org/drawingml/2006/main"/>
        </p:blipFill>
        <p:spPr>
          <a:xfrm xmlns:a="http://schemas.openxmlformats.org/drawingml/2006/main">
            <a:off x="4865787" y="1314450"/>
            <a:ext cx="3317675" cy="7467600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22E99F6B-EA7E-4805-9028-F006086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9B904E64-2079-40F9-849E-796F8F41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980D85CD-E8AA-4F48-989D-52F3AA31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Check the exact URL.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Verify desktop and phone.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Stop when incorrect.</a:t>
            </a:r>
          </a:p>
        </p:txBody>
      </p:sp>
      <p:sp>
        <p:nvSpPr>
          <p:cNvPr id="25" name="lesson-cover-8">
            <a:extLst xmlns:a="http://schemas.openxmlformats.org/drawingml/2006/main">
              <a:ext uri="{FF2B5EF4-FFF2-40B4-BE49-F238E27FC236}">
                <a16:creationId xmlns:a16="http://schemas.microsoft.com/office/drawing/2014/main" id="{82B0857B-796D-47C7-A9F7-58E84750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8">
            <a:extLst xmlns:a="http://schemas.openxmlformats.org/drawingml/2006/main">
              <a:ext uri="{FF2B5EF4-FFF2-40B4-BE49-F238E27FC236}">
                <a16:creationId xmlns:a16="http://schemas.microsoft.com/office/drawing/2014/main" id="{7DADB171-E9BD-44D1-AD3B-99244979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8">
            <a:extLst xmlns:a="http://schemas.openxmlformats.org/drawingml/2006/main">
              <a:ext uri="{FF2B5EF4-FFF2-40B4-BE49-F238E27FC236}">
                <a16:creationId xmlns:a16="http://schemas.microsoft.com/office/drawing/2014/main" id="{D28F551A-C585-440E-9A24-282FBFBB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8">
            <a:extLst xmlns:a="http://schemas.openxmlformats.org/drawingml/2006/main">
              <a:ext uri="{FF2B5EF4-FFF2-40B4-BE49-F238E27FC236}">
                <a16:creationId xmlns:a16="http://schemas.microsoft.com/office/drawing/2014/main" id="{986997E8-069E-424A-86C7-2D7AACA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Exact canonical public URL &gt; desktop and phone</a:t>
            </a:r>
          </a:p>
        </p:txBody>
      </p:sp>
      <p:sp>
        <p:nvSpPr>
          <p:cNvPr id="29" name="guide-8">
            <a:extLst xmlns:a="http://schemas.openxmlformats.org/drawingml/2006/main">
              <a:ext uri="{FF2B5EF4-FFF2-40B4-BE49-F238E27FC236}">
                <a16:creationId xmlns:a16="http://schemas.microsoft.com/office/drawing/2014/main" id="{5B2A62CC-D5CC-4295-89D8-3574FC95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Open the exact public URL with no cache-busting text.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Confirm the visible change and test affected controls at desktop and phone sizes.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If the result is wrong, missing, or broken, stop; do not keep saving or purging.</a:t>
            </a:r>
          </a:p>
        </p:txBody>
      </p:sp>
      <p:sp>
        <p:nvSpPr>
          <p:cNvPr id="30" name="warn-8">
            <a:extLst xmlns:a="http://schemas.openxmlformats.org/drawingml/2006/main">
              <a:ext uri="{FF2B5EF4-FFF2-40B4-BE49-F238E27FC236}">
                <a16:creationId xmlns:a16="http://schemas.microsoft.com/office/drawing/2014/main" id="{AFF1B58C-88BC-4B69-8F22-053FC44F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Know when to stop and ask for help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Editing safety v1.1  |  13/13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CORRECT ITEM  &gt;  APPROVED CHANGE  &gt;  SAVE ONCE  &gt;  VERIFY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Protect the live site by making one controlled change and checking the exact public result.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When the screen, task, permission, save result, or public page does not match, stop and contact Blue Nova.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2026-09-01T16:47:27.9570000Z</dcterms:created>
  <dcterms:modified xsi:type="dcterms:W3CDTF">2026-09-01T16:47:27.9570000Z</dcterms:modified>
</coreProperties>
</file>