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ef7724e8114946" /><Relationship Type="http://schemas.openxmlformats.org/officeDocument/2006/relationships/extended-properties" Target="/docProps/app.xml" Id="R262e48583e2d41da" /><Relationship Type="http://schemas.openxmlformats.org/officeDocument/2006/relationships/officeDocument" Target="/ppt/presentation.xml" Id="R2b663817e2524f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2ea345d1234643"/>
  </p:sldMasterIdLst>
  <p:notesMasterIdLst>
    <p:notesMasterId xmlns:r="http://schemas.openxmlformats.org/officeDocument/2006/relationships" r:id="Rec08ea4941654e59"/>
  </p:notesMasterIdLst>
  <p:sldIdLst>
    <p:sldId xmlns:r="http://schemas.openxmlformats.org/officeDocument/2006/relationships" id="256" r:id="R718988cef5454234"/>
    <p:sldId xmlns:r="http://schemas.openxmlformats.org/officeDocument/2006/relationships" id="257" r:id="R363fb970ddf846ce"/>
    <p:sldId xmlns:r="http://schemas.openxmlformats.org/officeDocument/2006/relationships" id="258" r:id="Rfb57960dbab84e83"/>
    <p:sldId xmlns:r="http://schemas.openxmlformats.org/officeDocument/2006/relationships" id="259" r:id="R2c1c2dfd79c14ab5"/>
    <p:sldId xmlns:r="http://schemas.openxmlformats.org/officeDocument/2006/relationships" id="260" r:id="Re7396b2074d84558"/>
    <p:sldId xmlns:r="http://schemas.openxmlformats.org/officeDocument/2006/relationships" id="261" r:id="Re6029a4edcaa4ade"/>
    <p:sldId xmlns:r="http://schemas.openxmlformats.org/officeDocument/2006/relationships" id="262" r:id="Rb79382be618b46ab"/>
    <p:sldId xmlns:r="http://schemas.openxmlformats.org/officeDocument/2006/relationships" id="263" r:id="R2a683310e4e1470f"/>
    <p:sldId xmlns:r="http://schemas.openxmlformats.org/officeDocument/2006/relationships" id="264" r:id="Re6016e169b554d61"/>
    <p:sldId xmlns:r="http://schemas.openxmlformats.org/officeDocument/2006/relationships" id="265" r:id="Rabed1dcc348e4f3c"/>
    <p:sldId xmlns:r="http://schemas.openxmlformats.org/officeDocument/2006/relationships" id="266" r:id="R16cc5e01781c4ef3"/>
    <p:sldId xmlns:r="http://schemas.openxmlformats.org/officeDocument/2006/relationships" id="267" r:id="Ra20cd0e8640649c8"/>
    <p:sldId xmlns:r="http://schemas.openxmlformats.org/officeDocument/2006/relationships" id="268" r:id="R4413f4b226ca4532"/>
    <p:sldId xmlns:r="http://schemas.openxmlformats.org/officeDocument/2006/relationships" id="269" r:id="Rafe5fd0a9afb401a"/>
    <p:sldId xmlns:r="http://schemas.openxmlformats.org/officeDocument/2006/relationships" id="270" r:id="R7b69a0517aa041af"/>
    <p:sldId xmlns:r="http://schemas.openxmlformats.org/officeDocument/2006/relationships" id="271" r:id="R7db359c693e04a2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79f5dc9dd84a3d" /><Relationship Type="http://schemas.openxmlformats.org/officeDocument/2006/relationships/slideMaster" Target="/ppt/slideMasters/slideMaster1.xml" Id="Rab2ea345d1234643" /><Relationship Type="http://schemas.openxmlformats.org/officeDocument/2006/relationships/notesMaster" Target="/ppt/notesMasters/notesMaster1.xml" Id="Rec08ea4941654e59" /><Relationship Type="http://schemas.openxmlformats.org/officeDocument/2006/relationships/presProps" Target="/ppt/presProps.xml" Id="Ra65cfdf0da29420b" /><Relationship Type="http://schemas.openxmlformats.org/officeDocument/2006/relationships/tableStyles" Target="/ppt/tableStyles.xml" Id="R9191e1f96e51489f" /><Relationship Type="http://schemas.openxmlformats.org/officeDocument/2006/relationships/slide" Target="/ppt/slides/slide1.xml" Id="R718988cef5454234" /><Relationship Type="http://schemas.openxmlformats.org/officeDocument/2006/relationships/slide" Target="/ppt/slides/slide2.xml" Id="R363fb970ddf846ce" /><Relationship Type="http://schemas.openxmlformats.org/officeDocument/2006/relationships/slide" Target="/ppt/slides/slide3.xml" Id="Rfb57960dbab84e83" /><Relationship Type="http://schemas.openxmlformats.org/officeDocument/2006/relationships/slide" Target="/ppt/slides/slide4.xml" Id="R2c1c2dfd79c14ab5" /><Relationship Type="http://schemas.openxmlformats.org/officeDocument/2006/relationships/slide" Target="/ppt/slides/slide5.xml" Id="Re7396b2074d84558" /><Relationship Type="http://schemas.openxmlformats.org/officeDocument/2006/relationships/slide" Target="/ppt/slides/slide6.xml" Id="Re6029a4edcaa4ade" /><Relationship Type="http://schemas.openxmlformats.org/officeDocument/2006/relationships/slide" Target="/ppt/slides/slide7.xml" Id="Rb79382be618b46ab" /><Relationship Type="http://schemas.openxmlformats.org/officeDocument/2006/relationships/slide" Target="/ppt/slides/slide8.xml" Id="R2a683310e4e1470f" /><Relationship Type="http://schemas.openxmlformats.org/officeDocument/2006/relationships/slide" Target="/ppt/slides/slide9.xml" Id="Re6016e169b554d61" /><Relationship Type="http://schemas.openxmlformats.org/officeDocument/2006/relationships/slide" Target="/ppt/slides/slide10.xml" Id="Rabed1dcc348e4f3c" /><Relationship Type="http://schemas.openxmlformats.org/officeDocument/2006/relationships/slide" Target="/ppt/slides/slide11.xml" Id="R16cc5e01781c4ef3" /><Relationship Type="http://schemas.openxmlformats.org/officeDocument/2006/relationships/slide" Target="/ppt/slides/slide12.xml" Id="Ra20cd0e8640649c8" /><Relationship Type="http://schemas.openxmlformats.org/officeDocument/2006/relationships/slide" Target="/ppt/slides/slide13.xml" Id="R4413f4b226ca4532" /><Relationship Type="http://schemas.openxmlformats.org/officeDocument/2006/relationships/slide" Target="/ppt/slides/slide14.xml" Id="Rafe5fd0a9afb401a" /><Relationship Type="http://schemas.openxmlformats.org/officeDocument/2006/relationships/slide" Target="/ppt/slides/slide15.xml" Id="R7b69a0517aa041af" /><Relationship Type="http://schemas.openxmlformats.org/officeDocument/2006/relationships/slide" Target="/ppt/slides/slide16.xml" Id="R7db359c693e0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83e57a920149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2f0bee0acf4731" /><Relationship Type="http://schemas.openxmlformats.org/officeDocument/2006/relationships/notesMaster" Target="/ppt/notesMasters/notesMaster1.xml" Id="Ra9f8432e446f4a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b7d0cfcf9b4bfe" /><Relationship Type="http://schemas.openxmlformats.org/officeDocument/2006/relationships/notesMaster" Target="/ppt/notesMasters/notesMaster1.xml" Id="R8e14f9f246644b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03e8573c334105" /><Relationship Type="http://schemas.openxmlformats.org/officeDocument/2006/relationships/notesMaster" Target="/ppt/notesMasters/notesMaster1.xml" Id="R89e8aca64c094d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5b7e3614d4326" /><Relationship Type="http://schemas.openxmlformats.org/officeDocument/2006/relationships/notesMaster" Target="/ppt/notesMasters/notesMaster1.xml" Id="Ra9be106b5dce43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1f092ee17e45a9" /><Relationship Type="http://schemas.openxmlformats.org/officeDocument/2006/relationships/notesMaster" Target="/ppt/notesMasters/notesMaster1.xml" Id="R925831652bd743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61c404d9134460" /><Relationship Type="http://schemas.openxmlformats.org/officeDocument/2006/relationships/notesMaster" Target="/ppt/notesMasters/notesMaster1.xml" Id="R426c4966fde242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47e160469c4ff8" /><Relationship Type="http://schemas.openxmlformats.org/officeDocument/2006/relationships/notesMaster" Target="/ppt/notesMasters/notesMaster1.xml" Id="R670d22f036ae45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f4b1fa1ff94a7e" /><Relationship Type="http://schemas.openxmlformats.org/officeDocument/2006/relationships/notesMaster" Target="/ppt/notesMasters/notesMaster1.xml" Id="R8e8c2ba096894f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40f888e4a0498c" /><Relationship Type="http://schemas.openxmlformats.org/officeDocument/2006/relationships/notesMaster" Target="/ppt/notesMasters/notesMaster1.xml" Id="R64401a6672854e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20c65e723f4a77" /><Relationship Type="http://schemas.openxmlformats.org/officeDocument/2006/relationships/notesMaster" Target="/ppt/notesMasters/notesMaster1.xml" Id="Re01eeb27118647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329c720a284cbd" /><Relationship Type="http://schemas.openxmlformats.org/officeDocument/2006/relationships/notesMaster" Target="/ppt/notesMasters/notesMaster1.xml" Id="R4ec56258874643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73a922aaf24764" /><Relationship Type="http://schemas.openxmlformats.org/officeDocument/2006/relationships/notesMaster" Target="/ppt/notesMasters/notesMaster1.xml" Id="Ra77c8007e2a445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5298a44894496f" /><Relationship Type="http://schemas.openxmlformats.org/officeDocument/2006/relationships/notesMaster" Target="/ppt/notesMasters/notesMaster1.xml" Id="Rea3ec2709fbd49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2a6276b3bf456c" /><Relationship Type="http://schemas.openxmlformats.org/officeDocument/2006/relationships/notesMaster" Target="/ppt/notesMasters/notesMaster1.xml" Id="R046df044a8934a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9be0b361ab4f0f" /><Relationship Type="http://schemas.openxmlformats.org/officeDocument/2006/relationships/notesMaster" Target="/ppt/notesMasters/notesMaster1.xml" Id="R94eef1fb898c4c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ef3cd96d1343e8" /><Relationship Type="http://schemas.openxmlformats.org/officeDocument/2006/relationships/notesMaster" Target="/ppt/notesMasters/notesMaster1.xml" Id="Rc04e59813d784a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https://rebekahspureliving.com/practitioners/ (captured September 1,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943e14e6c4f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822132dcfd4b78" /><Relationship Type="http://schemas.openxmlformats.org/officeDocument/2006/relationships/slideLayout" Target="/ppt/slideLayouts/slideLayout1.xml" Id="R0eef21e7564f43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ef21e7564f43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69a61c3634d8c" /><Relationship Type="http://schemas.openxmlformats.org/officeDocument/2006/relationships/image" Target="/ppt/media/image.png" Id="R1e16f59d4fa04ec6" /><Relationship Type="http://schemas.openxmlformats.org/officeDocument/2006/relationships/notesSlide" Target="/ppt/notesSlides/notesSlide1.xml" Id="R8aa97a4e8ed4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10cd506814b4d" /><Relationship Type="http://schemas.openxmlformats.org/officeDocument/2006/relationships/notesSlide" Target="/ppt/notesSlides/notesSlide2.xml" Id="R101e78d45a6649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36369677b4d97" /><Relationship Type="http://schemas.openxmlformats.org/officeDocument/2006/relationships/notesSlide" Target="/ppt/notesSlides/notesSlide3.xml" Id="R50f9064cb6ab4b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51eef6f5f4d95" /><Relationship Type="http://schemas.openxmlformats.org/officeDocument/2006/relationships/image" Target="/ppt/media/image.jpeg" Id="Rb7e2be37cd804ed0" /><Relationship Type="http://schemas.openxmlformats.org/officeDocument/2006/relationships/notesSlide" Target="/ppt/notesSlides/notesSlide4.xml" Id="Rfd51d4c65a9b4f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72c8af992413e" /><Relationship Type="http://schemas.openxmlformats.org/officeDocument/2006/relationships/image" Target="/ppt/media/image2.jpeg" Id="R15dec057cfc748b2" /><Relationship Type="http://schemas.openxmlformats.org/officeDocument/2006/relationships/notesSlide" Target="/ppt/notesSlides/notesSlide5.xml" Id="Rd0f3ae0c8bfe45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501f9997a41cb" /><Relationship Type="http://schemas.openxmlformats.org/officeDocument/2006/relationships/image" Target="/ppt/media/image3.jpeg" Id="Rfa455d8528d94cb5" /><Relationship Type="http://schemas.openxmlformats.org/officeDocument/2006/relationships/notesSlide" Target="/ppt/notesSlides/notesSlide6.xml" Id="R6dabb87c4cb64c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31be2354144e8" /><Relationship Type="http://schemas.openxmlformats.org/officeDocument/2006/relationships/image" Target="/ppt/media/image4.jpeg" Id="Rc89a4f9b37274bd3" /><Relationship Type="http://schemas.openxmlformats.org/officeDocument/2006/relationships/notesSlide" Target="/ppt/notesSlides/notesSlide7.xml" Id="Rfed0be20449244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96d07446b4066" /><Relationship Type="http://schemas.openxmlformats.org/officeDocument/2006/relationships/image" Target="/ppt/media/image5.jpeg" Id="Raceb18ef95564822" /><Relationship Type="http://schemas.openxmlformats.org/officeDocument/2006/relationships/notesSlide" Target="/ppt/notesSlides/notesSlide8.xml" Id="R733112bf9f1d46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95c064ed34905" /><Relationship Type="http://schemas.openxmlformats.org/officeDocument/2006/relationships/image" Target="/ppt/media/image6.jpeg" Id="Rf27313f027ee45dc" /><Relationship Type="http://schemas.openxmlformats.org/officeDocument/2006/relationships/notesSlide" Target="/ppt/notesSlides/notesSlide9.xml" Id="R03bd33a506e048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c373be7b8411f" /><Relationship Type="http://schemas.openxmlformats.org/officeDocument/2006/relationships/image" Target="/ppt/media/image7.jpeg" Id="R13c8b46e9e704d79" /><Relationship Type="http://schemas.openxmlformats.org/officeDocument/2006/relationships/notesSlide" Target="/ppt/notesSlides/notesSlide10.xml" Id="R250f53ac490846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1f023c50d44da" /><Relationship Type="http://schemas.openxmlformats.org/officeDocument/2006/relationships/image" Target="/ppt/media/image8.jpeg" Id="R0dc837f73db44818" /><Relationship Type="http://schemas.openxmlformats.org/officeDocument/2006/relationships/notesSlide" Target="/ppt/notesSlides/notesSlide11.xml" Id="R29632afcc99240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304e9cb94474b" /><Relationship Type="http://schemas.openxmlformats.org/officeDocument/2006/relationships/image" Target="/ppt/media/image9.jpeg" Id="Rc29a39073b41453d" /><Relationship Type="http://schemas.openxmlformats.org/officeDocument/2006/relationships/notesSlide" Target="/ppt/notesSlides/notesSlide12.xml" Id="R86d30b0fc80944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66d71726144c9" /><Relationship Type="http://schemas.openxmlformats.org/officeDocument/2006/relationships/image" Target="/ppt/media/image10.jpeg" Id="Rbe88bd8152b04525" /><Relationship Type="http://schemas.openxmlformats.org/officeDocument/2006/relationships/notesSlide" Target="/ppt/notesSlides/notesSlide13.xml" Id="R18f46cdbb9bb46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45d309ce040e2" /><Relationship Type="http://schemas.openxmlformats.org/officeDocument/2006/relationships/image" Target="/ppt/media/image11.jpeg" Id="Re38b42e734b34103" /><Relationship Type="http://schemas.openxmlformats.org/officeDocument/2006/relationships/notesSlide" Target="/ppt/notesSlides/notesSlide14.xml" Id="R2978ca03e86044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2521076ef4258" /><Relationship Type="http://schemas.openxmlformats.org/officeDocument/2006/relationships/image" Target="/ppt/media/image12.jpeg" Id="Rd2b73fa99f91430a" /><Relationship Type="http://schemas.openxmlformats.org/officeDocument/2006/relationships/notesSlide" Target="/ppt/notesSlides/notesSlide15.xml" Id="Rf11c67a82c9a4f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ae494352b4a79" /><Relationship Type="http://schemas.openxmlformats.org/officeDocument/2006/relationships/notesSlide" Target="/ppt/notesSlides/notesSlide16.xml" Id="R6a7a20fd050a45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an existing practitioner listing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1/16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6f59d4fa04ec6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Update approved practitioner information, save it safely, clear the applicable cache, and verify the live result.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•  Live website  •  Full-screen version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role: Editor or Administrator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2/16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is enough for this task.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you do not know your role, stop and ask Blue Nova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Confirm the live login address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3/16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LIVE WORDPRESS LOGIN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Confirm this live address before making a change.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All Medical Practicioners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2be37cd804ed0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4-box">
            <a:extLst xmlns:a="http://schemas.openxmlformats.org/drawingml/2006/main">
              <a:ext uri="{FF2B5EF4-FFF2-40B4-BE49-F238E27FC236}">
                <a16:creationId xmlns:a16="http://schemas.microsoft.com/office/drawing/2014/main" id="{749CC583-2ADA-4B0C-B07C-A70D394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6193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4-heading">
            <a:extLst xmlns:a="http://schemas.openxmlformats.org/drawingml/2006/main">
              <a:ext uri="{FF2B5EF4-FFF2-40B4-BE49-F238E27FC236}">
                <a16:creationId xmlns:a16="http://schemas.microsoft.com/office/drawing/2014/main" id="{7F25953F-4AE7-4F02-A289-F98AEE3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7908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4-body">
            <a:extLst xmlns:a="http://schemas.openxmlformats.org/drawingml/2006/main">
              <a:ext uri="{FF2B5EF4-FFF2-40B4-BE49-F238E27FC236}">
                <a16:creationId xmlns:a16="http://schemas.microsoft.com/office/drawing/2014/main" id="{10B576F1-08BF-4DE2-87D4-C0B5EEA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248025"/>
            <a:ext cx="2876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Medical Practicioners.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All Medical Practicioners.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Search by name if needed.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43481F9-834A-47E5-A325-0D101CB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068E14-D72B-4670-9452-CF25810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Find the correct record and choose Edit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A2EA29D7-2ACD-4B7D-B5AA-1C15AF0D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8E1E140-201E-4AE7-87C0-370AB94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9B4467-816E-4759-B376-76FF60E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11B8736-D096-4EFF-AEE5-0F93BC6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ec057cfc748b2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8395BCD8-3491-4343-A080-48E0EBF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C29A73A6-4AE6-4794-8732-2A096D4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F7B89A-4DF5-4CDD-8967-44420CB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edit-cue-box">
            <a:extLst xmlns:a="http://schemas.openxmlformats.org/drawingml/2006/main">
              <a:ext uri="{FF2B5EF4-FFF2-40B4-BE49-F238E27FC236}">
                <a16:creationId xmlns:a16="http://schemas.microsoft.com/office/drawing/2014/main" id="{3DC60729-98AB-419F-8670-5757E71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edit-cue-instruction">
            <a:extLst xmlns:a="http://schemas.openxmlformats.org/drawingml/2006/main">
              <a:ext uri="{FF2B5EF4-FFF2-40B4-BE49-F238E27FC236}">
                <a16:creationId xmlns:a16="http://schemas.microsoft.com/office/drawing/2014/main" id="{FD1E51B8-97FF-43CA-A0FF-764F379A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Find the correct row.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it.</a:t>
            </a:r>
          </a:p>
        </p:txBody>
      </p:sp>
      <p:sp>
        <p:nvSpPr>
          <p:cNvPr id="15" name="edit-cue-action">
            <a:extLst xmlns:a="http://schemas.openxmlformats.org/drawingml/2006/main">
              <a:ext uri="{FF2B5EF4-FFF2-40B4-BE49-F238E27FC236}">
                <a16:creationId xmlns:a16="http://schemas.microsoft.com/office/drawing/2014/main" id="{686BEBBF-4C0E-4C8C-8C1A-8A824FA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Edit.</a:t>
            </a:r>
          </a:p>
        </p:txBody>
      </p:sp>
    </p:spTree>
    <p:extLst>
      <p:ext uri="{BB962C8B-B14F-4D97-AF65-F5344CB8AC3E}">
        <p14:creationId xmlns:p14="http://schemas.microsoft.com/office/powerpoint/2010/main" val="431080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E9E6FA6-B0B0-40DA-91DB-89CD893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D9CA27-6EA9-421D-A76B-D742963A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Medical Practicioner Fields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1293AF6-FE7C-4032-99E0-26FF5664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05B85BF-E489-47F0-835C-A81B478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3589C4-D9D5-43D2-BB71-AC30A6C0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6/16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2558B131-DB65-4EB2-87A5-1F26D7B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55d8528d94cb5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2FF21450-62B5-4892-94A6-FF0CFC65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797171"/>
            <a:ext cx="11890629" cy="4787646"/>
          </a:xfrm>
          <a:prstGeom xmlns:a="http://schemas.openxmlformats.org/drawingml/2006/main" prst="roundRect">
            <a:avLst>
              <a:gd name="adj" fmla="val 1592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98F40A2C-7F3E-46BB-9626-D4B8B6A2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3997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734B08F6-49C9-4F2C-A153-275607E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46379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6-box">
            <a:extLst xmlns:a="http://schemas.openxmlformats.org/drawingml/2006/main">
              <a:ext uri="{FF2B5EF4-FFF2-40B4-BE49-F238E27FC236}">
                <a16:creationId xmlns:a16="http://schemas.microsoft.com/office/drawing/2014/main" id="{6BCAB271-1F81-4B56-B476-704BFBC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6-heading">
            <a:extLst xmlns:a="http://schemas.openxmlformats.org/drawingml/2006/main">
              <a:ext uri="{FF2B5EF4-FFF2-40B4-BE49-F238E27FC236}">
                <a16:creationId xmlns:a16="http://schemas.microsoft.com/office/drawing/2014/main" id="{A50D89C6-9780-40E8-AB8A-4A91D56B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6-body">
            <a:extLst xmlns:a="http://schemas.openxmlformats.org/drawingml/2006/main">
              <a:ext uri="{FF2B5EF4-FFF2-40B4-BE49-F238E27FC236}">
                <a16:creationId xmlns:a16="http://schemas.microsoft.com/office/drawing/2014/main" id="{EEE3997E-FC18-439D-B505-AF6CF1E1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Scroll to Meta Boxes.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Open Medical Practicioner fields.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Stop if you do not see them.</a:t>
            </a:r>
          </a:p>
        </p:txBody>
      </p:sp>
    </p:spTree>
    <p:extLst>
      <p:ext uri="{BB962C8B-B14F-4D97-AF65-F5344CB8AC3E}">
        <p14:creationId xmlns:p14="http://schemas.microsoft.com/office/powerpoint/2010/main" val="1169685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only approved service categories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7/16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a4f9b37274bd3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7-box">
            <a:extLst xmlns:a="http://schemas.openxmlformats.org/drawingml/2006/main">
              <a:ext uri="{FF2B5EF4-FFF2-40B4-BE49-F238E27FC236}">
                <a16:creationId xmlns:a16="http://schemas.microsoft.com/office/drawing/2014/main" id="{0F19B1DB-3B3B-49C1-80BC-96FCE75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7-heading">
            <a:extLst xmlns:a="http://schemas.openxmlformats.org/drawingml/2006/main">
              <a:ext uri="{FF2B5EF4-FFF2-40B4-BE49-F238E27FC236}">
                <a16:creationId xmlns:a16="http://schemas.microsoft.com/office/drawing/2014/main" id="{82F39FEE-796F-4780-ABB1-8EFCF56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7-body">
            <a:extLst xmlns:a="http://schemas.openxmlformats.org/drawingml/2006/main">
              <a:ext uri="{FF2B5EF4-FFF2-40B4-BE49-F238E27FC236}">
                <a16:creationId xmlns:a16="http://schemas.microsoft.com/office/drawing/2014/main" id="{7B905C5E-FC7C-4CAF-A6DE-D492D9B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Find Medical Service.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Check the approved category.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Uncheck incorrect categories.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0A95A64-F5B0-44B7-9713-BC9E41B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6BB6CA-56ED-40B6-9A1E-E8FBC17A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the practice and public name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77B59FE8-443D-4492-91EA-9E45046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85D188C-EA31-40E0-9586-75A69608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F027A5-28D3-461C-BA9A-EF4A512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8/16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027E7F89-40CF-47A4-A8F5-1AB624B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b18ef95564822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181649F0-E664-40C2-9EB4-38F151F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08F3D016-7D5B-488B-A5BC-3EF8D50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2435039D-3438-4B61-AF0F-5F3E0110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8-box">
            <a:extLst xmlns:a="http://schemas.openxmlformats.org/drawingml/2006/main">
              <a:ext uri="{FF2B5EF4-FFF2-40B4-BE49-F238E27FC236}">
                <a16:creationId xmlns:a16="http://schemas.microsoft.com/office/drawing/2014/main" id="{F533EB29-2E4A-455E-AB83-2CA68715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8-heading">
            <a:extLst xmlns:a="http://schemas.openxmlformats.org/drawingml/2006/main">
              <a:ext uri="{FF2B5EF4-FFF2-40B4-BE49-F238E27FC236}">
                <a16:creationId xmlns:a16="http://schemas.microsoft.com/office/drawing/2014/main" id="{8563A368-8E5F-4070-B59B-ED6A2C7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8-body">
            <a:extLst xmlns:a="http://schemas.openxmlformats.org/drawingml/2006/main">
              <a:ext uri="{FF2B5EF4-FFF2-40B4-BE49-F238E27FC236}">
                <a16:creationId xmlns:a16="http://schemas.microsoft.com/office/drawing/2014/main" id="{6B60E56E-3903-43F7-9E43-4420830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Update Medical Center.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Update Full Name.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Match the approved spelling.</a:t>
            </a:r>
          </a:p>
        </p:txBody>
      </p:sp>
    </p:spTree>
    <p:extLst>
      <p:ext uri="{BB962C8B-B14F-4D97-AF65-F5344CB8AC3E}">
        <p14:creationId xmlns:p14="http://schemas.microsoft.com/office/powerpoint/2010/main" val="557156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Edit the description in Visual mode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9/16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313f027ee45dc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9-box">
            <a:extLst xmlns:a="http://schemas.openxmlformats.org/drawingml/2006/main">
              <a:ext uri="{FF2B5EF4-FFF2-40B4-BE49-F238E27FC236}">
                <a16:creationId xmlns:a16="http://schemas.microsoft.com/office/drawing/2014/main" id="{4ABC69C6-DAD4-4F33-9D0B-71C0042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9-heading">
            <a:extLst xmlns:a="http://schemas.openxmlformats.org/drawingml/2006/main">
              <a:ext uri="{FF2B5EF4-FFF2-40B4-BE49-F238E27FC236}">
                <a16:creationId xmlns:a16="http://schemas.microsoft.com/office/drawing/2014/main" id="{A67D71E3-0150-41E7-8E63-2A3F77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9-body">
            <a:extLst xmlns:a="http://schemas.openxmlformats.org/drawingml/2006/main">
              <a:ext uri="{FF2B5EF4-FFF2-40B4-BE49-F238E27FC236}">
                <a16:creationId xmlns:a16="http://schemas.microsoft.com/office/drawing/2014/main" id="{7902B29C-2B93-41ED-ABA6-92C8BE4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Select Visual.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Replace the approved description.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Keep the paragraph breaks.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only approved public contact details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10/16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8b46e9e704d79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0-box">
            <a:extLst xmlns:a="http://schemas.openxmlformats.org/drawingml/2006/main">
              <a:ext uri="{FF2B5EF4-FFF2-40B4-BE49-F238E27FC236}">
                <a16:creationId xmlns:a16="http://schemas.microsoft.com/office/drawing/2014/main" id="{47D5217A-E42C-4ADF-9103-30D5116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0-heading">
            <a:extLst xmlns:a="http://schemas.openxmlformats.org/drawingml/2006/main">
              <a:ext uri="{FF2B5EF4-FFF2-40B4-BE49-F238E27FC236}">
                <a16:creationId xmlns:a16="http://schemas.microsoft.com/office/drawing/2014/main" id="{780B9F1D-0BB3-4C1A-B929-5C80B4B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0-body">
            <a:extLst xmlns:a="http://schemas.openxmlformats.org/drawingml/2006/main">
              <a:ext uri="{FF2B5EF4-FFF2-40B4-BE49-F238E27FC236}">
                <a16:creationId xmlns:a16="http://schemas.microsoft.com/office/drawing/2014/main" id="{59DF0A13-2632-4088-9ED5-479F2E0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Add only approved public details.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every link.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Remove outdated contact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Review every field you changed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11/16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837f73db44818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1-box">
            <a:extLst xmlns:a="http://schemas.openxmlformats.org/drawingml/2006/main">
              <a:ext uri="{FF2B5EF4-FFF2-40B4-BE49-F238E27FC236}">
                <a16:creationId xmlns:a16="http://schemas.microsoft.com/office/drawing/2014/main" id="{675C4915-8EB7-4966-8DF8-3A318AC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1-heading">
            <a:extLst xmlns:a="http://schemas.openxmlformats.org/drawingml/2006/main">
              <a:ext uri="{FF2B5EF4-FFF2-40B4-BE49-F238E27FC236}">
                <a16:creationId xmlns:a16="http://schemas.microsoft.com/office/drawing/2014/main" id="{DB8BA70E-1E1C-42FF-8AD2-9CCC11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1-body">
            <a:extLst xmlns:a="http://schemas.openxmlformats.org/drawingml/2006/main">
              <a:ext uri="{FF2B5EF4-FFF2-40B4-BE49-F238E27FC236}">
                <a16:creationId xmlns:a16="http://schemas.microsoft.com/office/drawing/2014/main" id="{EF2C2CC5-DFDA-44D3-88A6-EB8D397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Re-read every changed field.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Compare with the approved information.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Fix errors before saving.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Select Save once—and wait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12/16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a39073b41453d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2-box">
            <a:extLst xmlns:a="http://schemas.openxmlformats.org/drawingml/2006/main">
              <a:ext uri="{FF2B5EF4-FFF2-40B4-BE49-F238E27FC236}">
                <a16:creationId xmlns:a16="http://schemas.microsoft.com/office/drawing/2014/main" id="{AE96A1A7-2080-4A02-92EC-C234016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2-heading">
            <a:extLst xmlns:a="http://schemas.openxmlformats.org/drawingml/2006/main">
              <a:ext uri="{FF2B5EF4-FFF2-40B4-BE49-F238E27FC236}">
                <a16:creationId xmlns:a16="http://schemas.microsoft.com/office/drawing/2014/main" id="{8659E305-1C06-41F7-B96B-24B1D38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2-body">
            <a:extLst xmlns:a="http://schemas.openxmlformats.org/drawingml/2006/main">
              <a:ext uri="{FF2B5EF4-FFF2-40B4-BE49-F238E27FC236}">
                <a16:creationId xmlns:a16="http://schemas.microsoft.com/office/drawing/2014/main" id="{85081FAA-0F62-48F5-A83B-901A83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Click Save once.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click repeatedly.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Clear only the record’s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13/16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8bd8152b04525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Return to the practitioner list.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the same row.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Clear Cache.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exact public directory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b42e734b34103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4-box">
            <a:extLst xmlns:a="http://schemas.openxmlformats.org/drawingml/2006/main">
              <a:ext uri="{FF2B5EF4-FFF2-40B4-BE49-F238E27FC236}">
                <a16:creationId xmlns:a16="http://schemas.microsoft.com/office/drawing/2014/main" id="{6DC89904-0505-4186-A6F9-DE1457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5725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14" name="written-steps-s14-heading">
            <a:extLst xmlns:a="http://schemas.openxmlformats.org/drawingml/2006/main">
              <a:ext uri="{FF2B5EF4-FFF2-40B4-BE49-F238E27FC236}">
                <a16:creationId xmlns:a16="http://schemas.microsoft.com/office/drawing/2014/main" id="{E56D5C24-D474-49BD-8D23-ABC67D4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6487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4C3C"/>
                </a:solidFill>
              </a:defRPr>
            </a:pPr>
            <a:r>
              <a:rPr sz="1125" b="1">
                <a:solidFill>
                  <a:srgbClr val="174C3C"/>
                </a:solidFill>
              </a:rPr>
              <a:t>WRITTEN CHECK</a:t>
            </a:r>
          </a:p>
        </p:txBody>
      </p:sp>
      <p:sp>
        <p:nvSpPr>
          <p:cNvPr id="15" name="written-steps-s14-body">
            <a:extLst xmlns:a="http://schemas.openxmlformats.org/drawingml/2006/main">
              <a:ext uri="{FF2B5EF4-FFF2-40B4-BE49-F238E27FC236}">
                <a16:creationId xmlns:a16="http://schemas.microsoft.com/office/drawing/2014/main" id="{8D41BF83-9913-4A25-8265-FF672C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8896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1. Search the name.</a:t>
            </a:r>
          </a:p>
          <a:p xmlns:a="http://schemas.openxmlformats.org/drawingml/2006/main">
            <a:pPr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2. Confirm the public details.</a:t>
            </a:r>
          </a:p>
          <a:p xmlns:a="http://schemas.openxmlformats.org/drawingml/2006/main">
            <a:pPr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3. Check the links.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the full listing and check a phone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73fa99f91430a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5-box">
            <a:extLst xmlns:a="http://schemas.openxmlformats.org/drawingml/2006/main">
              <a:ext uri="{FF2B5EF4-FFF2-40B4-BE49-F238E27FC236}">
                <a16:creationId xmlns:a16="http://schemas.microsoft.com/office/drawing/2014/main" id="{95F7E925-0EF7-4F1A-9828-BF8ECBF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5-heading">
            <a:extLst xmlns:a="http://schemas.openxmlformats.org/drawingml/2006/main">
              <a:ext uri="{FF2B5EF4-FFF2-40B4-BE49-F238E27FC236}">
                <a16:creationId xmlns:a16="http://schemas.microsoft.com/office/drawing/2014/main" id="{14D4D90E-89F6-47C7-9D04-00F104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5-body">
            <a:extLst xmlns:a="http://schemas.openxmlformats.org/drawingml/2006/main">
              <a:ext uri="{FF2B5EF4-FFF2-40B4-BE49-F238E27FC236}">
                <a16:creationId xmlns:a16="http://schemas.microsoft.com/office/drawing/2014/main" id="{CC6F111D-F8F6-4BF7-B6D2-F9566B6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5734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1. Click View full listing.</a:t>
            </a:r>
          </a:p>
          <a:p xmlns:a="http://schemas.openxmlformats.org/drawingml/2006/main">
            <a:pPr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2. Check the full details and links.</a:t>
            </a:r>
          </a:p>
          <a:p xmlns:a="http://schemas.openxmlformats.org/drawingml/2006/main">
            <a:pPr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3. Repeat the check on a phone.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Finish every edit with the same three checks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v1.4  •  16/16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SAVE  →  CLEAR THE APPLICABLE CACHE  →  VERIFY THE EXACT PUBLIC PAGE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Check the result on desktop and phone.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any check fails, take a screenshot and contact Blue Nova before changing anything again.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2026-09-01T12:02:55.1350000Z</dcterms:created>
  <dcterms:modified xsi:type="dcterms:W3CDTF">2026-09-01T12:02:55.1350000Z</dcterms:modified>
</coreProperties>
</file>