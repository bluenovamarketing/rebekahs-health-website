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0480fb0be843a2" /><Relationship Type="http://schemas.openxmlformats.org/officeDocument/2006/relationships/extended-properties" Target="/docProps/app.xml" Id="Rae971027fbaa468b" /><Relationship Type="http://schemas.openxmlformats.org/officeDocument/2006/relationships/officeDocument" Target="/ppt/presentation.xml" Id="R0f102d34512d4b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cdd69821a44032"/>
  </p:sldMasterIdLst>
  <p:notesMasterIdLst>
    <p:notesMasterId xmlns:r="http://schemas.openxmlformats.org/officeDocument/2006/relationships" r:id="R72bc0d2530864173"/>
  </p:notesMasterIdLst>
  <p:sldIdLst>
    <p:sldId xmlns:r="http://schemas.openxmlformats.org/officeDocument/2006/relationships" id="256" r:id="R5a28dc05d9d24aae"/>
    <p:sldId xmlns:r="http://schemas.openxmlformats.org/officeDocument/2006/relationships" id="257" r:id="R50192723ac7a4831"/>
    <p:sldId xmlns:r="http://schemas.openxmlformats.org/officeDocument/2006/relationships" id="258" r:id="R08bde43390f94107"/>
    <p:sldId xmlns:r="http://schemas.openxmlformats.org/officeDocument/2006/relationships" id="259" r:id="R262845845b1a4256"/>
    <p:sldId xmlns:r="http://schemas.openxmlformats.org/officeDocument/2006/relationships" id="260" r:id="R0671bb490b024b04"/>
    <p:sldId xmlns:r="http://schemas.openxmlformats.org/officeDocument/2006/relationships" id="261" r:id="R1e861fd316d64be9"/>
    <p:sldId xmlns:r="http://schemas.openxmlformats.org/officeDocument/2006/relationships" id="262" r:id="R567127d2eb964416"/>
    <p:sldId xmlns:r="http://schemas.openxmlformats.org/officeDocument/2006/relationships" id="263" r:id="Rcea73947f5d34cb4"/>
    <p:sldId xmlns:r="http://schemas.openxmlformats.org/officeDocument/2006/relationships" id="264" r:id="Rf15f58b084c749a5"/>
    <p:sldId xmlns:r="http://schemas.openxmlformats.org/officeDocument/2006/relationships" id="265" r:id="Re32ed157c0a74972"/>
    <p:sldId xmlns:r="http://schemas.openxmlformats.org/officeDocument/2006/relationships" id="266" r:id="Rc192a15d93234500"/>
    <p:sldId xmlns:r="http://schemas.openxmlformats.org/officeDocument/2006/relationships" id="267" r:id="R0efdcdfdbe894679"/>
    <p:sldId xmlns:r="http://schemas.openxmlformats.org/officeDocument/2006/relationships" id="268" r:id="Rb06cb08e1801452c"/>
    <p:sldId xmlns:r="http://schemas.openxmlformats.org/officeDocument/2006/relationships" id="269" r:id="Ree00878f51854ed0"/>
    <p:sldId xmlns:r="http://schemas.openxmlformats.org/officeDocument/2006/relationships" id="270" r:id="R950c84cd8bf44e96"/>
    <p:sldId xmlns:r="http://schemas.openxmlformats.org/officeDocument/2006/relationships" id="271" r:id="R73fca88c785c45c6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c2d1feb43d4fdf" /><Relationship Type="http://schemas.openxmlformats.org/officeDocument/2006/relationships/slideMaster" Target="/ppt/slideMasters/slideMaster1.xml" Id="R9bcdd69821a44032" /><Relationship Type="http://schemas.openxmlformats.org/officeDocument/2006/relationships/notesMaster" Target="/ppt/notesMasters/notesMaster1.xml" Id="R72bc0d2530864173" /><Relationship Type="http://schemas.openxmlformats.org/officeDocument/2006/relationships/presProps" Target="/ppt/presProps.xml" Id="R9792d10cee664980" /><Relationship Type="http://schemas.openxmlformats.org/officeDocument/2006/relationships/tableStyles" Target="/ppt/tableStyles.xml" Id="R49e1fc4f734f4134" /><Relationship Type="http://schemas.openxmlformats.org/officeDocument/2006/relationships/slide" Target="/ppt/slides/slide1.xml" Id="R5a28dc05d9d24aae" /><Relationship Type="http://schemas.openxmlformats.org/officeDocument/2006/relationships/slide" Target="/ppt/slides/slide2.xml" Id="R50192723ac7a4831" /><Relationship Type="http://schemas.openxmlformats.org/officeDocument/2006/relationships/slide" Target="/ppt/slides/slide3.xml" Id="R08bde43390f94107" /><Relationship Type="http://schemas.openxmlformats.org/officeDocument/2006/relationships/slide" Target="/ppt/slides/slide4.xml" Id="R262845845b1a4256" /><Relationship Type="http://schemas.openxmlformats.org/officeDocument/2006/relationships/slide" Target="/ppt/slides/slide5.xml" Id="R0671bb490b024b04" /><Relationship Type="http://schemas.openxmlformats.org/officeDocument/2006/relationships/slide" Target="/ppt/slides/slide6.xml" Id="R1e861fd316d64be9" /><Relationship Type="http://schemas.openxmlformats.org/officeDocument/2006/relationships/slide" Target="/ppt/slides/slide7.xml" Id="R567127d2eb964416" /><Relationship Type="http://schemas.openxmlformats.org/officeDocument/2006/relationships/slide" Target="/ppt/slides/slide8.xml" Id="Rcea73947f5d34cb4" /><Relationship Type="http://schemas.openxmlformats.org/officeDocument/2006/relationships/slide" Target="/ppt/slides/slide9.xml" Id="Rf15f58b084c749a5" /><Relationship Type="http://schemas.openxmlformats.org/officeDocument/2006/relationships/slide" Target="/ppt/slides/slide10.xml" Id="Re32ed157c0a74972" /><Relationship Type="http://schemas.openxmlformats.org/officeDocument/2006/relationships/slide" Target="/ppt/slides/slide11.xml" Id="Rc192a15d93234500" /><Relationship Type="http://schemas.openxmlformats.org/officeDocument/2006/relationships/slide" Target="/ppt/slides/slide12.xml" Id="R0efdcdfdbe894679" /><Relationship Type="http://schemas.openxmlformats.org/officeDocument/2006/relationships/slide" Target="/ppt/slides/slide13.xml" Id="Rb06cb08e1801452c" /><Relationship Type="http://schemas.openxmlformats.org/officeDocument/2006/relationships/slide" Target="/ppt/slides/slide14.xml" Id="Ree00878f51854ed0" /><Relationship Type="http://schemas.openxmlformats.org/officeDocument/2006/relationships/slide" Target="/ppt/slides/slide15.xml" Id="R950c84cd8bf44e96" /><Relationship Type="http://schemas.openxmlformats.org/officeDocument/2006/relationships/slide" Target="/ppt/slides/slide16.xml" Id="R73fca88c785c45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853ecece1146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25726fbac240b9" /><Relationship Type="http://schemas.openxmlformats.org/officeDocument/2006/relationships/notesMaster" Target="/ppt/notesMasters/notesMaster1.xml" Id="Rf3365adb0dfa41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ac1886f2c14d93" /><Relationship Type="http://schemas.openxmlformats.org/officeDocument/2006/relationships/notesMaster" Target="/ppt/notesMasters/notesMaster1.xml" Id="R6b19199507244c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70a3c518cb42ed" /><Relationship Type="http://schemas.openxmlformats.org/officeDocument/2006/relationships/notesMaster" Target="/ppt/notesMasters/notesMaster1.xml" Id="Rc0ff18fdabcc45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dbaea418f14c1d" /><Relationship Type="http://schemas.openxmlformats.org/officeDocument/2006/relationships/notesMaster" Target="/ppt/notesMasters/notesMaster1.xml" Id="R6586827f99844a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2c3cc0e62940a1" /><Relationship Type="http://schemas.openxmlformats.org/officeDocument/2006/relationships/notesMaster" Target="/ppt/notesMasters/notesMaster1.xml" Id="R1252c808265349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5042abcb3947fc" /><Relationship Type="http://schemas.openxmlformats.org/officeDocument/2006/relationships/notesMaster" Target="/ppt/notesMasters/notesMaster1.xml" Id="Raa84075600c54b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b7b6d04ffa4bd3" /><Relationship Type="http://schemas.openxmlformats.org/officeDocument/2006/relationships/notesMaster" Target="/ppt/notesMasters/notesMaster1.xml" Id="Rc9fba8ddbded4f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65f45eb2384e0e" /><Relationship Type="http://schemas.openxmlformats.org/officeDocument/2006/relationships/notesMaster" Target="/ppt/notesMasters/notesMaster1.xml" Id="Rebd66dc11d834a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e6b0cbcf2e49d0" /><Relationship Type="http://schemas.openxmlformats.org/officeDocument/2006/relationships/notesMaster" Target="/ppt/notesMasters/notesMaster1.xml" Id="Rc7b7eb02d9eb4e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4e2a4740a74678" /><Relationship Type="http://schemas.openxmlformats.org/officeDocument/2006/relationships/notesMaster" Target="/ppt/notesMasters/notesMaster1.xml" Id="Ra98ab4feeae64f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7738eb8df648c2" /><Relationship Type="http://schemas.openxmlformats.org/officeDocument/2006/relationships/notesMaster" Target="/ppt/notesMasters/notesMaster1.xml" Id="Rd0762150dd5640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616568eb034986" /><Relationship Type="http://schemas.openxmlformats.org/officeDocument/2006/relationships/notesMaster" Target="/ppt/notesMasters/notesMaster1.xml" Id="R99b441194a1f4b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49c4035b8d49b4" /><Relationship Type="http://schemas.openxmlformats.org/officeDocument/2006/relationships/notesMaster" Target="/ppt/notesMasters/notesMaster1.xml" Id="R84630709d0734b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5bc6293fb34314" /><Relationship Type="http://schemas.openxmlformats.org/officeDocument/2006/relationships/notesMaster" Target="/ppt/notesMasters/notesMaster1.xml" Id="R8a66b484ff7443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fa4ea3470840a8" /><Relationship Type="http://schemas.openxmlformats.org/officeDocument/2006/relationships/notesMaster" Target="/ppt/notesMasters/notesMaster1.xml" Id="R2ae5b9d9cbc240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77b159f3754fa5" /><Relationship Type="http://schemas.openxmlformats.org/officeDocument/2006/relationships/notesMaster" Target="/ppt/notesMasters/notesMaster1.xml" Id="Rd4950349817247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https://rebekahspureliving.com/practitioners/ (captured September 1,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cab8d073f40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5f1fc5f88e48d3" /><Relationship Type="http://schemas.openxmlformats.org/officeDocument/2006/relationships/slideLayout" Target="/ppt/slideLayouts/slideLayout1.xml" Id="R561bb61de68041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1bb61de68041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b180aec45468a" /><Relationship Type="http://schemas.openxmlformats.org/officeDocument/2006/relationships/image" Target="/ppt/media/image.png" Id="R223de2cd8a344d70" /><Relationship Type="http://schemas.openxmlformats.org/officeDocument/2006/relationships/notesSlide" Target="/ppt/notesSlides/notesSlide1.xml" Id="R004eaf27a13a4a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eef7c0d2248ee" /><Relationship Type="http://schemas.openxmlformats.org/officeDocument/2006/relationships/notesSlide" Target="/ppt/notesSlides/notesSlide2.xml" Id="R4b6edc28685342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1039024994245" /><Relationship Type="http://schemas.openxmlformats.org/officeDocument/2006/relationships/notesSlide" Target="/ppt/notesSlides/notesSlide3.xml" Id="R1c4da4df67c244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cd515580b4416" /><Relationship Type="http://schemas.openxmlformats.org/officeDocument/2006/relationships/image" Target="/ppt/media/image.jpeg" Id="Rade7be952ee14318" /><Relationship Type="http://schemas.openxmlformats.org/officeDocument/2006/relationships/notesSlide" Target="/ppt/notesSlides/notesSlide4.xml" Id="R22d8602488f04f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123f73c5d4455" /><Relationship Type="http://schemas.openxmlformats.org/officeDocument/2006/relationships/image" Target="/ppt/media/image2.jpeg" Id="R17c6f1f6b96c49e6" /><Relationship Type="http://schemas.openxmlformats.org/officeDocument/2006/relationships/notesSlide" Target="/ppt/notesSlides/notesSlide5.xml" Id="Rb26390ed98ad41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ce72f48994ddd" /><Relationship Type="http://schemas.openxmlformats.org/officeDocument/2006/relationships/image" Target="/ppt/media/image3.jpeg" Id="Raf0f42a27cd74c26" /><Relationship Type="http://schemas.openxmlformats.org/officeDocument/2006/relationships/notesSlide" Target="/ppt/notesSlides/notesSlide6.xml" Id="R5ddb413a17fe48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e739e2be74373" /><Relationship Type="http://schemas.openxmlformats.org/officeDocument/2006/relationships/image" Target="/ppt/media/image4.jpeg" Id="Re3f032354920413e" /><Relationship Type="http://schemas.openxmlformats.org/officeDocument/2006/relationships/notesSlide" Target="/ppt/notesSlides/notesSlide7.xml" Id="Rf8137d7e76d342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0754ae7464790" /><Relationship Type="http://schemas.openxmlformats.org/officeDocument/2006/relationships/image" Target="/ppt/media/image5.jpeg" Id="Rbf816f9407bf46a1" /><Relationship Type="http://schemas.openxmlformats.org/officeDocument/2006/relationships/notesSlide" Target="/ppt/notesSlides/notesSlide8.xml" Id="Rb0db6f46500347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6c452ec884ba7" /><Relationship Type="http://schemas.openxmlformats.org/officeDocument/2006/relationships/image" Target="/ppt/media/image6.jpeg" Id="R0da2dfae65aa44b6" /><Relationship Type="http://schemas.openxmlformats.org/officeDocument/2006/relationships/notesSlide" Target="/ppt/notesSlides/notesSlide9.xml" Id="Rbe0eddf045544f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9657e703e444e" /><Relationship Type="http://schemas.openxmlformats.org/officeDocument/2006/relationships/image" Target="/ppt/media/image7.jpeg" Id="R16d45f9041f7475d" /><Relationship Type="http://schemas.openxmlformats.org/officeDocument/2006/relationships/notesSlide" Target="/ppt/notesSlides/notesSlide10.xml" Id="Rb6f5bd96560545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82dec6d8e41b3" /><Relationship Type="http://schemas.openxmlformats.org/officeDocument/2006/relationships/image" Target="/ppt/media/image8.jpeg" Id="Rf943bf29736349a7" /><Relationship Type="http://schemas.openxmlformats.org/officeDocument/2006/relationships/notesSlide" Target="/ppt/notesSlides/notesSlide11.xml" Id="R5729a38723214a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c909f5ec64bf2" /><Relationship Type="http://schemas.openxmlformats.org/officeDocument/2006/relationships/image" Target="/ppt/media/image9.jpeg" Id="R34c1f67492a749bb" /><Relationship Type="http://schemas.openxmlformats.org/officeDocument/2006/relationships/notesSlide" Target="/ppt/notesSlides/notesSlide12.xml" Id="Rb70d4f6bf6b340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42c65e08c4cb8" /><Relationship Type="http://schemas.openxmlformats.org/officeDocument/2006/relationships/image" Target="/ppt/media/image10.jpeg" Id="Rf59559a40360454b" /><Relationship Type="http://schemas.openxmlformats.org/officeDocument/2006/relationships/notesSlide" Target="/ppt/notesSlides/notesSlide13.xml" Id="R04d602edec5d40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530bd705a4b7b" /><Relationship Type="http://schemas.openxmlformats.org/officeDocument/2006/relationships/image" Target="/ppt/media/image11.jpeg" Id="R62f7d05ddf2a462a" /><Relationship Type="http://schemas.openxmlformats.org/officeDocument/2006/relationships/notesSlide" Target="/ppt/notesSlides/notesSlide14.xml" Id="R1609069c3dfa43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4b0531b6245e2" /><Relationship Type="http://schemas.openxmlformats.org/officeDocument/2006/relationships/image" Target="/ppt/media/image12.jpeg" Id="R9b1eb51a5966470c" /><Relationship Type="http://schemas.openxmlformats.org/officeDocument/2006/relationships/notesSlide" Target="/ppt/notesSlides/notesSlide15.xml" Id="Rf10da242528a47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6f16a164c4aac" /><Relationship Type="http://schemas.openxmlformats.org/officeDocument/2006/relationships/notesSlide" Target="/ppt/notesSlides/notesSlide16.xml" Id="Rfdd0b196f74a45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ABED52-1D76-4E02-B163-D57F8F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3CFB2-C687-4590-B3A8-D1B8DA4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Update an existing practitioner listing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2E3B8FC-D92C-4A0B-99D8-3834530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EB80B92-E07A-4756-9C00-CE0EB15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84619A-C0FA-4E3E-B352-B352FEB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1/16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de2cd8a344d70"/>
          <a:stretch xmlns:a="http://schemas.openxmlformats.org/drawingml/2006/main"/>
        </p:blipFill>
        <p:spPr>
          <a:xfrm xmlns:a="http://schemas.openxmlformats.org/drawingml/2006/main">
            <a:off x="1476375" y="3078769"/>
            <a:ext cx="6191250" cy="1843462"/>
          </a:xfrm>
          <a:prstGeom xmlns:a="http://schemas.openxmlformats.org/drawingml/2006/main" prst="rect">
            <a:avLst/>
          </a:prstGeom>
        </p:spPr>
      </p:pic>
      <p:sp>
        <p:nvSpPr>
          <p:cNvPr id="7" name="start-copy">
            <a:extLst xmlns:a="http://schemas.openxmlformats.org/drawingml/2006/main">
              <a:ext uri="{FF2B5EF4-FFF2-40B4-BE49-F238E27FC236}">
                <a16:creationId xmlns:a16="http://schemas.microsoft.com/office/drawing/2014/main" id="{FD0B0792-5661-4247-8D82-0A0B7C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733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26342E"/>
                </a:solidFill>
              </a:defRPr>
            </a:pPr>
            <a:r>
              <a:rPr sz="3150">
                <a:solidFill>
                  <a:srgbClr val="26342E"/>
                </a:solidFill>
              </a:rPr>
              <a:t>Update approved practitioner information, save it safely, clear the applicable cache, and verify the live result.</a:t>
            </a:r>
          </a:p>
        </p:txBody>
      </p:sp>
      <p:sp>
        <p:nvSpPr>
          <p:cNvPr id="8" name="start-note">
            <a:extLst xmlns:a="http://schemas.openxmlformats.org/drawingml/2006/main">
              <a:ext uri="{FF2B5EF4-FFF2-40B4-BE49-F238E27FC236}">
                <a16:creationId xmlns:a16="http://schemas.microsoft.com/office/drawing/2014/main" id="{19647DDE-5E81-4CD6-B0A6-D4BB56B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150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8E4B61"/>
                </a:solidFill>
              </a:defRPr>
            </a:pPr>
            <a:r>
              <a:rPr sz="1875" b="1">
                <a:solidFill>
                  <a:srgbClr val="8E4B61"/>
                </a:solidFill>
              </a:rPr>
              <a:t>Beginner lesson  •  Live website  •  Full-screen version</a:t>
            </a:r>
          </a:p>
        </p:txBody>
      </p:sp>
    </p:spTree>
    <p:extLst>
      <p:ext uri="{BB962C8B-B14F-4D97-AF65-F5344CB8AC3E}">
        <p14:creationId xmlns:p14="http://schemas.microsoft.com/office/powerpoint/2010/main" val="10721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AAAC990-8D1E-4DAB-997A-EDFDEDF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0642C-D403-4382-B182-DA2B80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Required role: Editor or Administrator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DFD6EF21-F493-4E3D-BCA0-F34B881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EE5A1D67-2C2D-449B-837A-5758D3F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7D1B88-CE90-4A2F-8E7F-E71C907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2/16</a:t>
            </a:r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21CEF488-6E4F-44E8-8F05-6AA670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WORDPRESS ROLE REQUIRED</a:t>
            </a:r>
          </a:p>
        </p:txBody>
      </p:sp>
      <p:sp>
        <p:nvSpPr>
          <p:cNvPr id="7" name="role-value">
            <a:extLst xmlns:a="http://schemas.openxmlformats.org/drawingml/2006/main">
              <a:ext uri="{FF2B5EF4-FFF2-40B4-BE49-F238E27FC236}">
                <a16:creationId xmlns:a16="http://schemas.microsoft.com/office/drawing/2014/main" id="{46264B56-1318-4C06-BC7F-797EDD1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74C3C"/>
                </a:solidFill>
              </a:defRPr>
            </a:pPr>
            <a:r>
              <a:rPr sz="4950" b="1">
                <a:solidFill>
                  <a:srgbClr val="174C3C"/>
                </a:solidFill>
              </a:rPr>
              <a:t>EDITOR OR ADMINISTRATOR</a:t>
            </a:r>
          </a:p>
        </p:txBody>
      </p:sp>
      <p:sp>
        <p:nvSpPr>
          <p:cNvPr id="8" name="enough-box">
            <a:extLst xmlns:a="http://schemas.openxmlformats.org/drawingml/2006/main">
              <a:ext uri="{FF2B5EF4-FFF2-40B4-BE49-F238E27FC236}">
                <a16:creationId xmlns:a16="http://schemas.microsoft.com/office/drawing/2014/main" id="{ADA83475-428E-40B9-B5D2-8A74D0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8382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9" name="enough">
            <a:extLst xmlns:a="http://schemas.openxmlformats.org/drawingml/2006/main">
              <a:ext uri="{FF2B5EF4-FFF2-40B4-BE49-F238E27FC236}">
                <a16:creationId xmlns:a16="http://schemas.microsoft.com/office/drawing/2014/main" id="{EC6E3E80-72EC-4E67-B118-552C8EF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6342E"/>
                </a:solidFill>
              </a:defRPr>
            </a:pPr>
            <a:r>
              <a:rPr sz="2700" b="1">
                <a:solidFill>
                  <a:srgbClr val="26342E"/>
                </a:solidFill>
              </a:rPr>
              <a:t>Editor is enough for this task.</a:t>
            </a:r>
          </a:p>
        </p:txBody>
      </p:sp>
      <p:sp>
        <p:nvSpPr>
          <p:cNvPr id="10" name="role-stop">
            <a:extLst xmlns:a="http://schemas.openxmlformats.org/drawingml/2006/main">
              <a:ext uri="{FF2B5EF4-FFF2-40B4-BE49-F238E27FC236}">
                <a16:creationId xmlns:a16="http://schemas.microsoft.com/office/drawing/2014/main" id="{D2811582-6E8C-41B2-BFE0-81BE3B2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953250"/>
            <a:ext cx="1133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you do not know your role, stop and ask Blue Nova before editing.</a:t>
            </a:r>
          </a:p>
        </p:txBody>
      </p:sp>
    </p:spTree>
    <p:extLst>
      <p:ext uri="{BB962C8B-B14F-4D97-AF65-F5344CB8AC3E}">
        <p14:creationId xmlns:p14="http://schemas.microsoft.com/office/powerpoint/2010/main" val="2054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7229F9-12EB-49C1-BA2F-1EBD756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42D1-95A4-4875-8EFC-38843AC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Confirm the live login address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482FD05-761F-49C3-ACA9-8030C4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1A4DEB5-1AD2-490C-AE6C-62F096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1E7C-6E97-4CF2-99D3-70E0A37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3/16</a:t>
            </a:r>
          </a:p>
        </p:txBody>
      </p:sp>
      <p:sp>
        <p:nvSpPr>
          <p:cNvPr id="6" name="login-label">
            <a:extLst xmlns:a="http://schemas.openxmlformats.org/drawingml/2006/main">
              <a:ext uri="{FF2B5EF4-FFF2-40B4-BE49-F238E27FC236}">
                <a16:creationId xmlns:a16="http://schemas.microsoft.com/office/drawing/2014/main" id="{78C377A7-C011-4BCE-9725-1E6D1F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LIVE WORDPRESS LOGIN</a:t>
            </a:r>
          </a:p>
        </p:txBody>
      </p:sp>
      <p:sp>
        <p:nvSpPr>
          <p:cNvPr id="7" name="url-box">
            <a:extLst xmlns:a="http://schemas.openxmlformats.org/drawingml/2006/main">
              <a:ext uri="{FF2B5EF4-FFF2-40B4-BE49-F238E27FC236}">
                <a16:creationId xmlns:a16="http://schemas.microsoft.com/office/drawing/2014/main" id="{676B7AB7-D045-4FD8-A8ED-29D78FD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466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8" name="login-url">
            <a:extLst xmlns:a="http://schemas.openxmlformats.org/drawingml/2006/main">
              <a:ext uri="{FF2B5EF4-FFF2-40B4-BE49-F238E27FC236}">
                <a16:creationId xmlns:a16="http://schemas.microsoft.com/office/drawing/2014/main" id="{DAB01ED3-B55B-44DD-90E8-1EA47BA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4C3C"/>
                </a:solidFill>
              </a:defRPr>
            </a:pPr>
            <a:r>
              <a:rPr sz="3900" b="1">
                <a:solidFill>
                  <a:srgbClr val="174C3C"/>
                </a:solidFill>
              </a:rPr>
              <a:t>rebekahspureliving.com/wp-admin</a:t>
            </a:r>
          </a:p>
        </p:txBody>
      </p:sp>
      <p:sp>
        <p:nvSpPr>
          <p:cNvPr id="9" name="login-note">
            <a:extLst xmlns:a="http://schemas.openxmlformats.org/drawingml/2006/main">
              <a:ext uri="{FF2B5EF4-FFF2-40B4-BE49-F238E27FC236}">
                <a16:creationId xmlns:a16="http://schemas.microsoft.com/office/drawing/2014/main" id="{823C3F0D-DF47-464F-AAC9-2EC9A4A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91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8E4B61"/>
                </a:solidFill>
              </a:defRPr>
            </a:pPr>
            <a:r>
              <a:rPr sz="2250">
                <a:solidFill>
                  <a:srgbClr val="8E4B61"/>
                </a:solidFill>
              </a:rPr>
              <a:t>Confirm this live address before making a change.</a:t>
            </a:r>
          </a:p>
        </p:txBody>
      </p:sp>
    </p:spTree>
    <p:extLst>
      <p:ext uri="{BB962C8B-B14F-4D97-AF65-F5344CB8AC3E}">
        <p14:creationId xmlns:p14="http://schemas.microsoft.com/office/powerpoint/2010/main" val="83640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43D95-AE8C-4643-9299-156D56A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0F5D-5F4D-45D1-8EDD-7331695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All Medical Practicioners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F909A626-4E05-4DAC-91C0-595BB38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BC08ABB-9DD7-45BB-8B1A-A43284D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C1960-09CB-4064-9742-4AA050A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F13372F0-B4C6-4533-885B-028729C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7be952ee14318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BC8955B9-8D63-40B6-AD88-D80B9B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227451"/>
            <a:ext cx="1334262" cy="1491234"/>
          </a:xfrm>
          <a:prstGeom xmlns:a="http://schemas.openxmlformats.org/drawingml/2006/main" prst="roundRect">
            <a:avLst>
              <a:gd name="adj" fmla="val 571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52115E4-E015-493B-932F-F18FDE7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277025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ED2AAB70-0013-472B-84D6-E07BC2C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289407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42305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43481F9-834A-47E5-A325-0D101CB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068E14-D72B-4670-9452-CF258107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Find the correct record and choose Edit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A2EA29D7-2ACD-4B7D-B5AA-1C15AF0D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8E1E140-201E-4AE7-87C0-370AB94F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39B4467-816E-4759-B376-76FF60E7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711B8736-D096-4EFF-AEE5-0F93BC61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6f1f6b96c49e6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8395BCD8-3491-4343-A080-48E0EBF2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C29A73A6-4AE6-4794-8732-2A096D4A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F7B89A-4DF5-4CDD-8967-44420CBA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edit-cue-box">
            <a:extLst xmlns:a="http://schemas.openxmlformats.org/drawingml/2006/main">
              <a:ext uri="{FF2B5EF4-FFF2-40B4-BE49-F238E27FC236}">
                <a16:creationId xmlns:a16="http://schemas.microsoft.com/office/drawing/2014/main" id="{3DC60729-98AB-419F-8670-5757E712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edit-cue-instruction">
            <a:extLst xmlns:a="http://schemas.openxmlformats.org/drawingml/2006/main">
              <a:ext uri="{FF2B5EF4-FFF2-40B4-BE49-F238E27FC236}">
                <a16:creationId xmlns:a16="http://schemas.microsoft.com/office/drawing/2014/main" id="{FD1E51B8-97FF-43CA-A0FF-764F379A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3336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6342E"/>
                </a:solidFill>
              </a:defRPr>
            </a:pPr>
            <a:r>
              <a:rPr sz="1725" b="1">
                <a:solidFill>
                  <a:srgbClr val="26342E"/>
                </a:solidFill>
              </a:rPr>
              <a:t>HOVER OVER THE CORRECT ROW</a:t>
            </a:r>
          </a:p>
        </p:txBody>
      </p:sp>
      <p:sp>
        <p:nvSpPr>
          <p:cNvPr id="15" name="edit-cue-action">
            <a:extLst xmlns:a="http://schemas.openxmlformats.org/drawingml/2006/main">
              <a:ext uri="{FF2B5EF4-FFF2-40B4-BE49-F238E27FC236}">
                <a16:creationId xmlns:a16="http://schemas.microsoft.com/office/drawing/2014/main" id="{686BEBBF-4C0E-4C8C-8C1A-8A824FA3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886075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4C3C"/>
                </a:solidFill>
              </a:defRPr>
            </a:pPr>
            <a:r>
              <a:rPr sz="2925" b="1">
                <a:solidFill>
                  <a:srgbClr val="174C3C"/>
                </a:solidFill>
              </a:rPr>
              <a:t>Then click Edit</a:t>
            </a:r>
          </a:p>
        </p:txBody>
      </p:sp>
    </p:spTree>
    <p:extLst>
      <p:ext uri="{BB962C8B-B14F-4D97-AF65-F5344CB8AC3E}">
        <p14:creationId xmlns:p14="http://schemas.microsoft.com/office/powerpoint/2010/main" val="431080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E9E6FA6-B0B0-40DA-91DB-89CD8930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D9CA27-6EA9-421D-A76B-D742963A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Medical Practicioner Fields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1293AF6-FE7C-4032-99E0-26FF5664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05B85BF-E489-47F0-835C-A81B478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5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D3589C4-D9D5-43D2-BB71-AC30A6C0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6/16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2558B131-DB65-4EB2-87A5-1F26D7B9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f42a27cd74c26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2FF21450-62B5-4892-94A6-FF0CFC65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797171"/>
            <a:ext cx="11890629" cy="4787646"/>
          </a:xfrm>
          <a:prstGeom xmlns:a="http://schemas.openxmlformats.org/drawingml/2006/main" prst="roundRect">
            <a:avLst>
              <a:gd name="adj" fmla="val 1592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98F40A2C-7F3E-46BB-9626-D4B8B6A2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3997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734B08F6-49C9-4F2C-A153-275607E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46379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169685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829DCF-8334-4A11-92AA-AA87302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BE32B-C955-439D-AA0F-C0D75D0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Choose only approved service categories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B7654F2-011D-472C-9567-1F4120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7C30ABE2-3453-4749-9378-30981C9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321EEB-9D33-44CE-8749-CE76C91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7/16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A46D963-A8F0-44D9-8034-67C6AA1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032354920413e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3B94B79-7019-4BCB-BA54-2ED5D3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65498"/>
            <a:ext cx="9261348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D741AFC-ED9D-4B41-A2E1-063C3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90829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CEEB048B-20E4-418B-A596-BA8ACDE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03212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0092640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0A95A64-F5B0-44B7-9713-BC9E41B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6BB6CA-56ED-40B6-9A1E-E8FBC17A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Update the practice and public name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77B59FE8-443D-4492-91EA-9E45046E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85D188C-EA31-40E0-9586-75A69608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7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F027A5-28D3-461C-BA9A-EF4A5120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8/16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027E7F89-40CF-47A4-A8F5-1AB624BB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16f9407bf46a1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181649F0-E664-40C2-9EB4-38F151F8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08F3D016-7D5B-488B-A5BC-3EF8D50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2435039D-3438-4B61-AF0F-5F3E0110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557156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7D9FC1-5260-4252-BB51-89A72D4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FE1540-B34E-4F3E-A3F5-5AEF9A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Edit the description in Visual mode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EBCAA534-4276-4EC9-962E-85E50B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DD1637E-34F1-44FD-B840-90B4988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4D989C-85DA-4E82-B69E-E4B1A36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9/16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567CD9E-A9C3-4700-90A4-15F3669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2dfae65aa44b6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86AD51D-C12E-4956-A090-E429261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483227"/>
            <a:ext cx="11890629" cy="4709160"/>
          </a:xfrm>
          <a:prstGeom xmlns:a="http://schemas.openxmlformats.org/drawingml/2006/main" prst="roundRect">
            <a:avLst>
              <a:gd name="adj" fmla="val 1618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BEA5DB97-AED1-49C8-BF20-A7B6FD7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026027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DB60F1F2-6E74-4006-B59B-D027632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149852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2132776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DA7032F-7E6B-4CE3-B00F-4B702D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57A19-5377-4D1E-B250-2E5DE94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Add only approved public contact details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61719648-24DD-438D-94E8-5301BE0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978755A-D9CA-48B6-9573-E10438E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2A232-1E7D-4AD4-B07A-DD9F582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10/16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9091F1-2EB5-4DCE-8FD4-4EA769B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45f9041f7475d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E6F87FC-1C92-4486-A3E2-1B7B12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287012"/>
            <a:ext cx="11890629" cy="5180076"/>
          </a:xfrm>
          <a:prstGeom xmlns:a="http://schemas.openxmlformats.org/drawingml/2006/main" prst="roundRect">
            <a:avLst>
              <a:gd name="adj" fmla="val 147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793BAAC-B320-4576-845D-79F55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82981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6DA7D80F-A0B2-4384-A92A-9B553EF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395363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755425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204415-C09B-43F4-A516-EEC81F6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62462-8680-4C8A-9A60-07430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Review every field you changed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24D5385C-E589-4C92-8FC7-FC262FF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0E3938C-6AC8-45DB-A8ED-156F32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BE663F-4CB9-43B0-A538-E0A353C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11/16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9A4AD72-F189-4B70-82FC-AA50CB1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3bf29736349a7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016561C-4CDD-4D4B-A3FC-6569991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3D2DF43-20BB-42E7-B00E-48996C7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3A18022C-E37F-4BF8-9F20-7B03040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65754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AC37860-02D0-40F1-AAEC-EE8A90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3ED3AB-F080-471C-A7DD-3920DCF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Select Save once—and wait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06BFEEE2-6DDB-483C-B2F7-35AE637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65A1AD8-730E-4F6A-BC01-73913E2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26265E-08BC-472F-BF44-245C92B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12/16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3542544-2909-447A-A48A-04F41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1f67492a749bb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6B35B9E-062E-43EE-BB3A-6607DC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990600"/>
            <a:ext cx="1922907" cy="981075"/>
          </a:xfrm>
          <a:prstGeom xmlns:a="http://schemas.openxmlformats.org/drawingml/2006/main" prst="roundRect">
            <a:avLst>
              <a:gd name="adj" fmla="val 7767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A0DD2F0-C3FE-4A82-AAC3-E5C6C3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58E679B1-3331-4685-A450-09A5366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41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4545670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5A71D21-0EF2-4507-993D-4DB38F8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AC40A-A6CC-491E-9E0B-BB697A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Clear only the record’s applicable cache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7F7DE6B-AEA3-495C-8875-2DB934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7D68557-DCCA-4704-9414-561988D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EE6A30-5E38-4C0C-B1B5-183B8F0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13/16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71564A-9FFE-42A1-837F-141E5D5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559a40360454b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5925F395-3AE0-458F-AC8F-92ECAC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11775FA4-9811-4BF9-A4C6-FA75DA4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066C8F92-B295-4084-958B-157EE65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cache-cue-box">
            <a:extLst xmlns:a="http://schemas.openxmlformats.org/drawingml/2006/main">
              <a:ext uri="{FF2B5EF4-FFF2-40B4-BE49-F238E27FC236}">
                <a16:creationId xmlns:a16="http://schemas.microsoft.com/office/drawing/2014/main" id="{63AE86B5-DAA9-4BC6-B2FB-5231AF0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cache-cue-instruction">
            <a:extLst xmlns:a="http://schemas.openxmlformats.org/drawingml/2006/main">
              <a:ext uri="{FF2B5EF4-FFF2-40B4-BE49-F238E27FC236}">
                <a16:creationId xmlns:a16="http://schemas.microsoft.com/office/drawing/2014/main" id="{CC0FB520-EB88-4FF0-929C-7722B70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3336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6342E"/>
                </a:solidFill>
              </a:defRPr>
            </a:pPr>
            <a:r>
              <a:rPr sz="1725" b="1">
                <a:solidFill>
                  <a:srgbClr val="26342E"/>
                </a:solidFill>
              </a:rPr>
              <a:t>HOVER OVER THE CORRECT ROW</a:t>
            </a:r>
          </a:p>
        </p:txBody>
      </p:sp>
      <p:sp>
        <p:nvSpPr>
          <p:cNvPr id="15" name="cache-cue-action">
            <a:extLst xmlns:a="http://schemas.openxmlformats.org/drawingml/2006/main">
              <a:ext uri="{FF2B5EF4-FFF2-40B4-BE49-F238E27FC236}">
                <a16:creationId xmlns:a16="http://schemas.microsoft.com/office/drawing/2014/main" id="{B6D5F10A-0932-45CB-82F5-1F7B55C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886075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Then click Clear Cache</a:t>
            </a:r>
          </a:p>
        </p:txBody>
      </p:sp>
    </p:spTree>
    <p:extLst>
      <p:ext uri="{BB962C8B-B14F-4D97-AF65-F5344CB8AC3E}">
        <p14:creationId xmlns:p14="http://schemas.microsoft.com/office/powerpoint/2010/main" val="18747029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AA533D2-BE24-46A8-A65F-98CE3B4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EDB082-46ED-4422-94D9-1E9547C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Verify the exact public directory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5B8D6E69-0499-4817-BA76-B2F8FB8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63A66C6-F41D-4B45-94BB-D40CE5D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54369C-FB52-44DE-B423-2FDFF33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3A1A526-5618-4E26-AFAC-3CBDE0C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7d05ddf2a462a"/>
          <a:stretch xmlns:a="http://schemas.openxmlformats.org/drawingml/2006/main"/>
        </p:blipFill>
        <p:spPr>
          <a:xfrm xmlns:a="http://schemas.openxmlformats.org/drawingml/2006/main">
            <a:off x="1381735" y="1398630"/>
            <a:ext cx="15524531" cy="801361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56D7C2D-EF40-4D21-8C26-2465770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580638"/>
            <a:ext cx="11301984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8E5471D-3B6A-4F1F-8EE8-BCD0EE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12343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9940694-2672-4251-A044-50B2366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350" y="3247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4634348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C4EE00-7D04-4B85-AE44-397B938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EAAAD-0656-4343-A284-DD5066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the full listing and check a phone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7CEDD81-6C44-49B3-B6BE-F0D0EDE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0604F83-8D73-4185-83C0-01685C9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2E193-791F-4DAA-8DE2-0991E86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E640E1B-D4D1-4291-A802-A4751B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eb51a5966470c"/>
          <a:stretch xmlns:a="http://schemas.openxmlformats.org/drawingml/2006/main"/>
        </p:blipFill>
        <p:spPr>
          <a:xfrm xmlns:a="http://schemas.openxmlformats.org/drawingml/2006/main">
            <a:off x="1381735" y="990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F05081D-1D84-41B2-AD2E-2381274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990600"/>
            <a:ext cx="4473702" cy="7220712"/>
          </a:xfrm>
          <a:prstGeom xmlns:a="http://schemas.openxmlformats.org/drawingml/2006/main" prst="roundRect">
            <a:avLst>
              <a:gd name="adj" fmla="val 1703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EE2F574-CD98-424B-8C85-2E177CA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E433C4-7BE3-4567-A7D4-BAC17E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836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7724168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6D56CF1-CB42-43F8-A171-CAD658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12736A-3237-432B-A27F-95B5DF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Finish every edit with the same three checks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6965DEC-E8BD-4604-B486-4FCC93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261E1EE3-6C69-493C-8A0E-3A5F5D2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70A9C1-8828-4AC2-BAB6-54F4919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v1.3  •  16/16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C20E6F55-B1B6-4049-95D7-58D9DF0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15430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B82384AB-1979-489F-BB04-85435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425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SAVE  →  CLEAR THE APPLICABLE CACHE  →  VERIFY THE EXACT PUBLIC PAGE</a:t>
            </a:r>
          </a:p>
        </p:txBody>
      </p:sp>
      <p:sp>
        <p:nvSpPr>
          <p:cNvPr id="8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717D01D-A1BB-48AE-AF6E-28C4FB5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Check the result on desktop and phone.</a:t>
            </a:r>
          </a:p>
        </p:txBody>
      </p:sp>
      <p:sp>
        <p:nvSpPr>
          <p:cNvPr id="9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01968A25-814D-43CE-B680-CB35891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143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any check fails, take a screenshot and contact Blue Nova before changing anything again.</a:t>
            </a:r>
          </a:p>
        </p:txBody>
      </p:sp>
    </p:spTree>
    <p:extLst>
      <p:ext uri="{BB962C8B-B14F-4D97-AF65-F5344CB8AC3E}">
        <p14:creationId xmlns:p14="http://schemas.microsoft.com/office/powerpoint/2010/main" val="77368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2026-09-01T12:01:19.8190000Z</dcterms:created>
  <dcterms:modified xsi:type="dcterms:W3CDTF">2026-09-01T12:01:19.8190000Z</dcterms:modified>
</coreProperties>
</file>