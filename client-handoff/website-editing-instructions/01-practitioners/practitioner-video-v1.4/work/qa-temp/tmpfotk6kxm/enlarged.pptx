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2e48583e2d41da" Type="http://schemas.openxmlformats.org/officeDocument/2006/relationships/extended-properties" Target="docProps/app.xml"/><Relationship Id="R2b663817e2524f30" Type="http://schemas.openxmlformats.org/officeDocument/2006/relationships/officeDocument" Target="ppt/presentation.xml"/><Relationship Id="R35ef7724e8114946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2ea345d1234643"/>
  </p:sldMasterIdLst>
  <p:notesMasterIdLst>
    <p:notesMasterId xmlns:r="http://schemas.openxmlformats.org/officeDocument/2006/relationships" r:id="Rec08ea4941654e59"/>
  </p:notesMasterIdLst>
  <p:sldIdLst>
    <p:sldId xmlns:r="http://schemas.openxmlformats.org/officeDocument/2006/relationships" id="256" r:id="R718988cef5454234"/>
    <p:sldId xmlns:r="http://schemas.openxmlformats.org/officeDocument/2006/relationships" id="257" r:id="R363fb970ddf846ce"/>
    <p:sldId xmlns:r="http://schemas.openxmlformats.org/officeDocument/2006/relationships" id="258" r:id="Rfb57960dbab84e83"/>
    <p:sldId xmlns:r="http://schemas.openxmlformats.org/officeDocument/2006/relationships" id="259" r:id="R2c1c2dfd79c14ab5"/>
    <p:sldId xmlns:r="http://schemas.openxmlformats.org/officeDocument/2006/relationships" id="260" r:id="Re7396b2074d84558"/>
    <p:sldId xmlns:r="http://schemas.openxmlformats.org/officeDocument/2006/relationships" id="261" r:id="Re6029a4edcaa4ade"/>
    <p:sldId xmlns:r="http://schemas.openxmlformats.org/officeDocument/2006/relationships" id="262" r:id="Rb79382be618b46ab"/>
    <p:sldId xmlns:r="http://schemas.openxmlformats.org/officeDocument/2006/relationships" id="263" r:id="R2a683310e4e1470f"/>
    <p:sldId xmlns:r="http://schemas.openxmlformats.org/officeDocument/2006/relationships" id="264" r:id="Re6016e169b554d61"/>
    <p:sldId xmlns:r="http://schemas.openxmlformats.org/officeDocument/2006/relationships" id="265" r:id="Rabed1dcc348e4f3c"/>
    <p:sldId xmlns:r="http://schemas.openxmlformats.org/officeDocument/2006/relationships" id="266" r:id="R16cc5e01781c4ef3"/>
    <p:sldId xmlns:r="http://schemas.openxmlformats.org/officeDocument/2006/relationships" id="267" r:id="Ra20cd0e8640649c8"/>
    <p:sldId xmlns:r="http://schemas.openxmlformats.org/officeDocument/2006/relationships" id="268" r:id="R4413f4b226ca4532"/>
    <p:sldId xmlns:r="http://schemas.openxmlformats.org/officeDocument/2006/relationships" id="269" r:id="Rafe5fd0a9afb401a"/>
    <p:sldId xmlns:r="http://schemas.openxmlformats.org/officeDocument/2006/relationships" id="270" r:id="R7b69a0517aa041af"/>
    <p:sldId xmlns:r="http://schemas.openxmlformats.org/officeDocument/2006/relationships" id="271" r:id="R7db359c693e04a28"/>
  </p:sldIdLst>
  <p:sldSz cx="20574000" cy="12573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cc5e01781c4ef3" Type="http://schemas.openxmlformats.org/officeDocument/2006/relationships/slide" Target="slides/slide11.xml"/><Relationship Id="R2a683310e4e1470f" Type="http://schemas.openxmlformats.org/officeDocument/2006/relationships/slide" Target="slides/slide8.xml"/><Relationship Id="R2c1c2dfd79c14ab5" Type="http://schemas.openxmlformats.org/officeDocument/2006/relationships/slide" Target="slides/slide4.xml"/><Relationship Id="R363fb970ddf846ce" Type="http://schemas.openxmlformats.org/officeDocument/2006/relationships/slide" Target="slides/slide2.xml"/><Relationship Id="R4413f4b226ca4532" Type="http://schemas.openxmlformats.org/officeDocument/2006/relationships/slide" Target="slides/slide13.xml"/><Relationship Id="R6179f5dc9dd84a3d" Type="http://schemas.openxmlformats.org/officeDocument/2006/relationships/theme" Target="theme/theme1.xml"/><Relationship Id="R718988cef5454234" Type="http://schemas.openxmlformats.org/officeDocument/2006/relationships/slide" Target="slides/slide1.xml"/><Relationship Id="R7b69a0517aa041af" Type="http://schemas.openxmlformats.org/officeDocument/2006/relationships/slide" Target="slides/slide15.xml"/><Relationship Id="R7db359c693e04a28" Type="http://schemas.openxmlformats.org/officeDocument/2006/relationships/slide" Target="slides/slide16.xml"/><Relationship Id="R9191e1f96e51489f" Type="http://schemas.openxmlformats.org/officeDocument/2006/relationships/tableStyles" Target="tableStyles.xml"/><Relationship Id="Ra20cd0e8640649c8" Type="http://schemas.openxmlformats.org/officeDocument/2006/relationships/slide" Target="slides/slide12.xml"/><Relationship Id="Ra65cfdf0da29420b" Type="http://schemas.openxmlformats.org/officeDocument/2006/relationships/presProps" Target="presProps.xml"/><Relationship Id="Rab2ea345d1234643" Type="http://schemas.openxmlformats.org/officeDocument/2006/relationships/slideMaster" Target="slideMasters/slideMaster1.xml"/><Relationship Id="Rabed1dcc348e4f3c" Type="http://schemas.openxmlformats.org/officeDocument/2006/relationships/slide" Target="slides/slide10.xml"/><Relationship Id="Rafe5fd0a9afb401a" Type="http://schemas.openxmlformats.org/officeDocument/2006/relationships/slide" Target="slides/slide14.xml"/><Relationship Id="Rb79382be618b46ab" Type="http://schemas.openxmlformats.org/officeDocument/2006/relationships/slide" Target="slides/slide7.xml"/><Relationship Id="Re6016e169b554d61" Type="http://schemas.openxmlformats.org/officeDocument/2006/relationships/slide" Target="slides/slide9.xml"/><Relationship Id="Re6029a4edcaa4ade" Type="http://schemas.openxmlformats.org/officeDocument/2006/relationships/slide" Target="slides/slide6.xml"/><Relationship Id="Re7396b2074d84558" Type="http://schemas.openxmlformats.org/officeDocument/2006/relationships/slide" Target="slides/slide5.xml"/><Relationship Id="Rec08ea4941654e59" Type="http://schemas.openxmlformats.org/officeDocument/2006/relationships/notesMaster" Target="notesMasters/notesMaster1.xml"/><Relationship Id="Rfb57960dbab84e8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3c83e57a920149d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32f0bee0acf4731" Type="http://schemas.openxmlformats.org/officeDocument/2006/relationships/slide" Target="../slides/slide1.xml"/><Relationship Id="Ra9f8432e446f4a7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cb7d0cfcf9b4bfe" Type="http://schemas.openxmlformats.org/officeDocument/2006/relationships/slide" Target="../slides/slide2.xml"/><Relationship Id="R8e14f9f246644b7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9e8aca64c094de9" Type="http://schemas.openxmlformats.org/officeDocument/2006/relationships/notesMaster" Target="../notesMasters/notesMaster1.xml"/><Relationship Id="Rb203e8573c33410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a9be106b5dce433c" Type="http://schemas.openxmlformats.org/officeDocument/2006/relationships/notesMaster" Target="../notesMasters/notesMaster1.xml"/><Relationship Id="Rda45b7e3614d432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91f092ee17e45a9" Type="http://schemas.openxmlformats.org/officeDocument/2006/relationships/slide" Target="../slides/slide5.xml"/><Relationship Id="R925831652bd7432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26c4966fde24246" Type="http://schemas.openxmlformats.org/officeDocument/2006/relationships/notesMaster" Target="../notesMasters/notesMaster1.xml"/><Relationship Id="R8661c404d913446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f47e160469c4ff8" Type="http://schemas.openxmlformats.org/officeDocument/2006/relationships/slide" Target="../slides/slide7.xml"/><Relationship Id="R670d22f036ae45c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8e8c2ba096894ffb" Type="http://schemas.openxmlformats.org/officeDocument/2006/relationships/notesMaster" Target="../notesMasters/notesMaster1.xml"/><Relationship Id="Rd2f4b1fa1ff94a7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140f888e4a0498c" Type="http://schemas.openxmlformats.org/officeDocument/2006/relationships/slide" Target="../slides/slide9.xml"/><Relationship Id="R64401a6672854ec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ca20c65e723f4a77" Type="http://schemas.openxmlformats.org/officeDocument/2006/relationships/slide" Target="../slides/slide10.xml"/><Relationship Id="Re01eeb27118647f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d329c720a284cbd" Type="http://schemas.openxmlformats.org/officeDocument/2006/relationships/slide" Target="../slides/slide11.xml"/><Relationship Id="R4ec562588746433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e73a922aaf24764" Type="http://schemas.openxmlformats.org/officeDocument/2006/relationships/slide" Target="../slides/slide12.xml"/><Relationship Id="Ra77c8007e2a4458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f5298a44894496f" Type="http://schemas.openxmlformats.org/officeDocument/2006/relationships/slide" Target="../slides/slide13.xml"/><Relationship Id="Rea3ec2709fbd49bd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46df044a8934a1b" Type="http://schemas.openxmlformats.org/officeDocument/2006/relationships/notesMaster" Target="../notesMasters/notesMaster1.xml"/><Relationship Id="Rce2a6276b3bf456c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79be0b361ab4f0f" Type="http://schemas.openxmlformats.org/officeDocument/2006/relationships/slide" Target="../slides/slide15.xml"/><Relationship Id="R94eef1fb898c4c0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2ef3cd96d1343e8" Type="http://schemas.openxmlformats.org/officeDocument/2006/relationships/slide" Target="../slides/slide16.xml"/><Relationship Id="Rc04e59813d784ae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8943e14e6c4f7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eef21e7564f4331" Type="http://schemas.openxmlformats.org/officeDocument/2006/relationships/slideLayout" Target="../slideLayouts/slideLayout1.xml"/><Relationship Id="Rd4822132dcfd4b7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f21e7564f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16f59d4fa04ec6" Type="http://schemas.openxmlformats.org/officeDocument/2006/relationships/image" Target="../media/image.png"/><Relationship Id="R33a69a61c3634d8c" Type="http://schemas.openxmlformats.org/officeDocument/2006/relationships/slideLayout" Target="../slideLayouts/slideLayout1.xml"/><Relationship Id="R8aa97a4e8ed44c2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1e78d45a6649d8" Type="http://schemas.openxmlformats.org/officeDocument/2006/relationships/notesSlide" Target="../notesSlides/notesSlide2.xml"/><Relationship Id="R36510cd506814b4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0f9064cb6ab4bcc" Type="http://schemas.openxmlformats.org/officeDocument/2006/relationships/notesSlide" Target="../notesSlides/notesSlide3.xml"/><Relationship Id="R86736369677b4d9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b7e2be37cd804ed0" Type="http://schemas.openxmlformats.org/officeDocument/2006/relationships/image" Target="../media/image.jpeg"/><Relationship Id="Rce251eef6f5f4d95" Type="http://schemas.openxmlformats.org/officeDocument/2006/relationships/slideLayout" Target="../slideLayouts/slideLayout1.xml"/><Relationship Id="Rfd51d4c65a9b4f1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5dec057cfc748b2" Type="http://schemas.openxmlformats.org/officeDocument/2006/relationships/image" Target="../media/image2.jpeg"/><Relationship Id="Ra8072c8af992413e" Type="http://schemas.openxmlformats.org/officeDocument/2006/relationships/slideLayout" Target="../slideLayouts/slideLayout1.xml"/><Relationship Id="Rd0f3ae0c8bfe45f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dabb87c4cb64c86" Type="http://schemas.openxmlformats.org/officeDocument/2006/relationships/notesSlide" Target="../notesSlides/notesSlide6.xml"/><Relationship Id="Rbd1501f9997a41cb" Type="http://schemas.openxmlformats.org/officeDocument/2006/relationships/slideLayout" Target="../slideLayouts/slideLayout1.xml"/><Relationship Id="Rfa455d8528d94cb5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40731be2354144e8" Type="http://schemas.openxmlformats.org/officeDocument/2006/relationships/slideLayout" Target="../slideLayouts/slideLayout1.xml"/><Relationship Id="Rc89a4f9b37274bd3" Type="http://schemas.openxmlformats.org/officeDocument/2006/relationships/image" Target="../media/image4.jpeg"/><Relationship Id="Rfed0be20449244e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33112bf9f1d4687" Type="http://schemas.openxmlformats.org/officeDocument/2006/relationships/notesSlide" Target="../notesSlides/notesSlide8.xml"/><Relationship Id="Raceb18ef95564822" Type="http://schemas.openxmlformats.org/officeDocument/2006/relationships/image" Target="../media/image5.jpeg"/><Relationship Id="Rd7596d07446b406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3bd33a506e048f7" Type="http://schemas.openxmlformats.org/officeDocument/2006/relationships/notesSlide" Target="../notesSlides/notesSlide9.xml"/><Relationship Id="Rf27313f027ee45dc" Type="http://schemas.openxmlformats.org/officeDocument/2006/relationships/image" Target="../media/image6.jpeg"/><Relationship Id="Rfdb95c064ed3490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3c8b46e9e704d79" Type="http://schemas.openxmlformats.org/officeDocument/2006/relationships/image" Target="../media/image7.jpeg"/><Relationship Id="R245c373be7b8411f" Type="http://schemas.openxmlformats.org/officeDocument/2006/relationships/slideLayout" Target="../slideLayouts/slideLayout1.xml"/><Relationship Id="R250f53ac4908468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dc837f73db44818" Type="http://schemas.openxmlformats.org/officeDocument/2006/relationships/image" Target="../media/image8.jpeg"/><Relationship Id="R29632afcc99240b3" Type="http://schemas.openxmlformats.org/officeDocument/2006/relationships/notesSlide" Target="../notesSlides/notesSlide11.xml"/><Relationship Id="Re161f023c50d44d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6d30b0fc809443d" Type="http://schemas.openxmlformats.org/officeDocument/2006/relationships/notesSlide" Target="../notesSlides/notesSlide12.xml"/><Relationship Id="Rc29a39073b41453d" Type="http://schemas.openxmlformats.org/officeDocument/2006/relationships/image" Target="../media/image9.jpeg"/><Relationship Id="Rd9f304e9cb94474b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8f46cdbb9bb466c" Type="http://schemas.openxmlformats.org/officeDocument/2006/relationships/notesSlide" Target="../notesSlides/notesSlide13.xml"/><Relationship Id="Rada66d71726144c9" Type="http://schemas.openxmlformats.org/officeDocument/2006/relationships/slideLayout" Target="../slideLayouts/slideLayout1.xml"/><Relationship Id="Rbe88bd8152b04525" Type="http://schemas.openxmlformats.org/officeDocument/2006/relationships/image" Target="../media/image10.jpeg"/></Relationships>
</file>

<file path=ppt/slides/_rels/slide14.xml.rels><?xml version='1.0' encoding='UTF-8' standalone='yes'?>
<Relationships xmlns="http://schemas.openxmlformats.org/package/2006/relationships"><Relationship Id="R2978ca03e860441e" Type="http://schemas.openxmlformats.org/officeDocument/2006/relationships/notesSlide" Target="../notesSlides/notesSlide14.xml"/><Relationship Id="Rbeb45d309ce040e2" Type="http://schemas.openxmlformats.org/officeDocument/2006/relationships/slideLayout" Target="../slideLayouts/slideLayout1.xml"/><Relationship Id="Re38b42e734b34103" Type="http://schemas.openxmlformats.org/officeDocument/2006/relationships/image" Target="../media/image11.jpeg"/></Relationships>
</file>

<file path=ppt/slides/_rels/slide15.xml.rels><?xml version='1.0' encoding='UTF-8' standalone='yes'?>
<Relationships xmlns="http://schemas.openxmlformats.org/package/2006/relationships"><Relationship Id="R1312521076ef4258" Type="http://schemas.openxmlformats.org/officeDocument/2006/relationships/slideLayout" Target="../slideLayouts/slideLayout1.xml"/><Relationship Id="Rd2b73fa99f91430a" Type="http://schemas.openxmlformats.org/officeDocument/2006/relationships/image" Target="../media/image12.jpeg"/><Relationship Id="Rf11c67a82c9a4f1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93ae494352b4a79" Type="http://schemas.openxmlformats.org/officeDocument/2006/relationships/slideLayout" Target="../slideLayouts/slideLayout1.xml"/><Relationship Id="R6a7a20fd050a455a" Type="http://schemas.openxmlformats.org/officeDocument/2006/relationships/notesSlide" Target="../notesSlides/notesSlide1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6f59d4fa04ec6"/>
          <a:stretch xmlns:a="http://schemas.openxmlformats.org/drawingml/2006/main"/>
        </p:blipFill>
        <p:spPr>
          <a:xfrm xmlns:a="http://schemas.openxmlformats.org/drawingml/2006/main">
            <a:off x="2619375" y="4221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858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48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81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096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9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334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2be37cd804ed0"/>
          <a:stretch xmlns:a="http://schemas.openxmlformats.org/drawingml/2006/main"/>
        </p:blipFill>
        <p:spPr>
          <a:xfrm xmlns:a="http://schemas.openxmlformats.org/drawingml/2006/main">
            <a:off x="2952483" y="2133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4370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3913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4037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762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933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391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ec057cfc748b2"/>
          <a:stretch xmlns:a="http://schemas.openxmlformats.org/drawingml/2006/main"/>
        </p:blipFill>
        <p:spPr>
          <a:xfrm xmlns:a="http://schemas.openxmlformats.org/drawingml/2006/main">
            <a:off x="2952483" y="2133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467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010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238" y="3134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90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352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Find the correct row.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it.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76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Edit.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55d8528d94cb5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940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482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606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6-box">
            <a:extLst xmlns:a="http://schemas.openxmlformats.org/drawingml/2006/main">
              <a:ext uri="{FF2B5EF4-FFF2-40B4-BE49-F238E27FC236}">
                <a16:creationId xmlns:a16="http://schemas.microsoft.com/office/drawing/2014/main" id="{6BCAB271-1F81-4B56-B476-704BFBC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6-heading">
            <a:extLst xmlns:a="http://schemas.openxmlformats.org/drawingml/2006/main">
              <a:ext uri="{FF2B5EF4-FFF2-40B4-BE49-F238E27FC236}">
                <a16:creationId xmlns:a16="http://schemas.microsoft.com/office/drawing/2014/main" id="{A50D89C6-9780-40E8-AB8A-4A91D56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6-body">
            <a:extLst xmlns:a="http://schemas.openxmlformats.org/drawingml/2006/main">
              <a:ext uri="{FF2B5EF4-FFF2-40B4-BE49-F238E27FC236}">
                <a16:creationId xmlns:a16="http://schemas.microsoft.com/office/drawing/2014/main" id="{EEE3997E-FC18-439D-B505-AF6CF1E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Scroll to Meta Boxes.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Open Medical Practicioner fields.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Stop if you do not see them.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a4f9b37274bd3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508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051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175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18ef95564822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6254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796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920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8-box">
            <a:extLst xmlns:a="http://schemas.openxmlformats.org/drawingml/2006/main">
              <a:ext uri="{FF2B5EF4-FFF2-40B4-BE49-F238E27FC236}">
                <a16:creationId xmlns:a16="http://schemas.microsoft.com/office/drawing/2014/main" id="{F533EB29-2E4A-455E-AB83-2CA6871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8-heading">
            <a:extLst xmlns:a="http://schemas.openxmlformats.org/drawingml/2006/main">
              <a:ext uri="{FF2B5EF4-FFF2-40B4-BE49-F238E27FC236}">
                <a16:creationId xmlns:a16="http://schemas.microsoft.com/office/drawing/2014/main" id="{8563A368-8E5F-4070-B59B-ED6A2C7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8-body">
            <a:extLst xmlns:a="http://schemas.openxmlformats.org/drawingml/2006/main">
              <a:ext uri="{FF2B5EF4-FFF2-40B4-BE49-F238E27FC236}">
                <a16:creationId xmlns:a16="http://schemas.microsoft.com/office/drawing/2014/main" id="{6B60E56E-3903-43F7-9E43-4420830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Update Medical Center.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Update Full Name.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Match the approved spelling.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313f027ee45dc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626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169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292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8b46e9e704d79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430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4972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096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837f73db44818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6254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83" y="5796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33" y="5920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a39073b41453d"/>
          <a:stretch xmlns:a="http://schemas.openxmlformats.org/drawingml/2006/main"/>
        </p:blipFill>
        <p:spPr>
          <a:xfrm xmlns:a="http://schemas.openxmlformats.org/drawingml/2006/main">
            <a:off x="2858300" y="2133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691" y="2133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691" y="2152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941" y="2276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90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248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8bd8152b04525"/>
          <a:stretch xmlns:a="http://schemas.openxmlformats.org/drawingml/2006/main"/>
        </p:blipFill>
        <p:spPr>
          <a:xfrm xmlns:a="http://schemas.openxmlformats.org/drawingml/2006/main">
            <a:off x="2952483" y="2133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467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88" y="3010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238" y="3134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90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352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76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b42e734b34103"/>
          <a:stretch xmlns:a="http://schemas.openxmlformats.org/drawingml/2006/main"/>
        </p:blipFill>
        <p:spPr>
          <a:xfrm xmlns:a="http://schemas.openxmlformats.org/drawingml/2006/main">
            <a:off x="2524735" y="2541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00" y="4723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00" y="4266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350" y="4390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15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9791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10039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73fa99f91430a"/>
          <a:stretch xmlns:a="http://schemas.openxmlformats.org/drawingml/2006/main"/>
        </p:blipFill>
        <p:spPr>
          <a:xfrm xmlns:a="http://schemas.openxmlformats.org/drawingml/2006/main">
            <a:off x="2524735" y="2133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586" y="2133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586" y="2152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36" y="2276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86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43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1143000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20574000" cy="114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943100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143000" cy="12573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1333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0" y="1466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11125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67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334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2026-09-01T12:02:55.1350000Z</dcterms:created>
  <dcterms:modified xsi:type="dcterms:W3CDTF">2026-09-01T12:02:55.1350000Z</dcterms:modified>
</coreProperties>
</file>