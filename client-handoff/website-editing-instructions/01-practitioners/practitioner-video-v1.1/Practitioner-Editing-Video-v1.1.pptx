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235f7f0c80411a" /><Relationship Type="http://schemas.openxmlformats.org/officeDocument/2006/relationships/extended-properties" Target="/docProps/app.xml" Id="R01c16bda1b364f50" /><Relationship Type="http://schemas.openxmlformats.org/officeDocument/2006/relationships/officeDocument" Target="/ppt/presentation.xml" Id="R0aff2ad760cf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7ee94af8014a68"/>
  </p:sldMasterIdLst>
  <p:notesMasterIdLst>
    <p:notesMasterId xmlns:r="http://schemas.openxmlformats.org/officeDocument/2006/relationships" r:id="R6309a2e277ee49a5"/>
  </p:notesMasterIdLst>
  <p:sldIdLst>
    <p:sldId xmlns:r="http://schemas.openxmlformats.org/officeDocument/2006/relationships" id="256" r:id="Rb4461609a21248a8"/>
    <p:sldId xmlns:r="http://schemas.openxmlformats.org/officeDocument/2006/relationships" id="257" r:id="R5b44f555c63c4a0f"/>
    <p:sldId xmlns:r="http://schemas.openxmlformats.org/officeDocument/2006/relationships" id="258" r:id="R96afd9a7d640492f"/>
    <p:sldId xmlns:r="http://schemas.openxmlformats.org/officeDocument/2006/relationships" id="259" r:id="R8bee6149ba5145c1"/>
    <p:sldId xmlns:r="http://schemas.openxmlformats.org/officeDocument/2006/relationships" id="260" r:id="R0087451fd0824b9b"/>
    <p:sldId xmlns:r="http://schemas.openxmlformats.org/officeDocument/2006/relationships" id="261" r:id="R5dca24ddd7e24739"/>
    <p:sldId xmlns:r="http://schemas.openxmlformats.org/officeDocument/2006/relationships" id="262" r:id="R3196979dd7ab4c56"/>
    <p:sldId xmlns:r="http://schemas.openxmlformats.org/officeDocument/2006/relationships" id="263" r:id="R0fbc7800da7f465c"/>
    <p:sldId xmlns:r="http://schemas.openxmlformats.org/officeDocument/2006/relationships" id="264" r:id="R9e503d70eb434ed5"/>
    <p:sldId xmlns:r="http://schemas.openxmlformats.org/officeDocument/2006/relationships" id="265" r:id="Re4fc54640f8147e5"/>
    <p:sldId xmlns:r="http://schemas.openxmlformats.org/officeDocument/2006/relationships" id="266" r:id="R46a672167e5c403e"/>
    <p:sldId xmlns:r="http://schemas.openxmlformats.org/officeDocument/2006/relationships" id="267" r:id="R7085bcc46fe4475c"/>
    <p:sldId xmlns:r="http://schemas.openxmlformats.org/officeDocument/2006/relationships" id="268" r:id="R7385c14be85d40f4"/>
    <p:sldId xmlns:r="http://schemas.openxmlformats.org/officeDocument/2006/relationships" id="269" r:id="Rf1f4e067263b44a2"/>
    <p:sldId xmlns:r="http://schemas.openxmlformats.org/officeDocument/2006/relationships" id="270" r:id="Re91faf86f6674e51"/>
    <p:sldId xmlns:r="http://schemas.openxmlformats.org/officeDocument/2006/relationships" id="271" r:id="R736d54ab006a46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2e640079d4605" /><Relationship Type="http://schemas.openxmlformats.org/officeDocument/2006/relationships/slideMaster" Target="/ppt/slideMasters/slideMaster1.xml" Id="Rd67ee94af8014a68" /><Relationship Type="http://schemas.openxmlformats.org/officeDocument/2006/relationships/notesMaster" Target="/ppt/notesMasters/notesMaster1.xml" Id="R6309a2e277ee49a5" /><Relationship Type="http://schemas.openxmlformats.org/officeDocument/2006/relationships/presProps" Target="/ppt/presProps.xml" Id="Ra1a525e9627f464e" /><Relationship Type="http://schemas.openxmlformats.org/officeDocument/2006/relationships/tableStyles" Target="/ppt/tableStyles.xml" Id="Rebf5d3541ff144a7" /><Relationship Type="http://schemas.openxmlformats.org/officeDocument/2006/relationships/slide" Target="/ppt/slides/slide1.xml" Id="Rb4461609a21248a8" /><Relationship Type="http://schemas.openxmlformats.org/officeDocument/2006/relationships/slide" Target="/ppt/slides/slide2.xml" Id="R5b44f555c63c4a0f" /><Relationship Type="http://schemas.openxmlformats.org/officeDocument/2006/relationships/slide" Target="/ppt/slides/slide3.xml" Id="R96afd9a7d640492f" /><Relationship Type="http://schemas.openxmlformats.org/officeDocument/2006/relationships/slide" Target="/ppt/slides/slide4.xml" Id="R8bee6149ba5145c1" /><Relationship Type="http://schemas.openxmlformats.org/officeDocument/2006/relationships/slide" Target="/ppt/slides/slide5.xml" Id="R0087451fd0824b9b" /><Relationship Type="http://schemas.openxmlformats.org/officeDocument/2006/relationships/slide" Target="/ppt/slides/slide6.xml" Id="R5dca24ddd7e24739" /><Relationship Type="http://schemas.openxmlformats.org/officeDocument/2006/relationships/slide" Target="/ppt/slides/slide7.xml" Id="R3196979dd7ab4c56" /><Relationship Type="http://schemas.openxmlformats.org/officeDocument/2006/relationships/slide" Target="/ppt/slides/slide8.xml" Id="R0fbc7800da7f465c" /><Relationship Type="http://schemas.openxmlformats.org/officeDocument/2006/relationships/slide" Target="/ppt/slides/slide9.xml" Id="R9e503d70eb434ed5" /><Relationship Type="http://schemas.openxmlformats.org/officeDocument/2006/relationships/slide" Target="/ppt/slides/slide10.xml" Id="Re4fc54640f8147e5" /><Relationship Type="http://schemas.openxmlformats.org/officeDocument/2006/relationships/slide" Target="/ppt/slides/slide11.xml" Id="R46a672167e5c403e" /><Relationship Type="http://schemas.openxmlformats.org/officeDocument/2006/relationships/slide" Target="/ppt/slides/slide12.xml" Id="R7085bcc46fe4475c" /><Relationship Type="http://schemas.openxmlformats.org/officeDocument/2006/relationships/slide" Target="/ppt/slides/slide13.xml" Id="R7385c14be85d40f4" /><Relationship Type="http://schemas.openxmlformats.org/officeDocument/2006/relationships/slide" Target="/ppt/slides/slide14.xml" Id="Rf1f4e067263b44a2" /><Relationship Type="http://schemas.openxmlformats.org/officeDocument/2006/relationships/slide" Target="/ppt/slides/slide15.xml" Id="Re91faf86f6674e51" /><Relationship Type="http://schemas.openxmlformats.org/officeDocument/2006/relationships/slide" Target="/ppt/slides/slide16.xml" Id="R736d54ab006a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a1fbf1c9e4b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235d10cff542d2" /><Relationship Type="http://schemas.openxmlformats.org/officeDocument/2006/relationships/notesMaster" Target="/ppt/notesMasters/notesMaster1.xml" Id="R3fa8dfb56cda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22bf16c0804d60" /><Relationship Type="http://schemas.openxmlformats.org/officeDocument/2006/relationships/notesMaster" Target="/ppt/notesMasters/notesMaster1.xml" Id="R8006fa99f5fc4d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75699836e4c13" /><Relationship Type="http://schemas.openxmlformats.org/officeDocument/2006/relationships/notesMaster" Target="/ppt/notesMasters/notesMaster1.xml" Id="R89f5691e020346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465ba829345e3" /><Relationship Type="http://schemas.openxmlformats.org/officeDocument/2006/relationships/notesMaster" Target="/ppt/notesMasters/notesMaster1.xml" Id="Ra66404eb39c444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261efc95fc46ee" /><Relationship Type="http://schemas.openxmlformats.org/officeDocument/2006/relationships/notesMaster" Target="/ppt/notesMasters/notesMaster1.xml" Id="R72b0e8a6da1845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7d00f905c2434a" /><Relationship Type="http://schemas.openxmlformats.org/officeDocument/2006/relationships/notesMaster" Target="/ppt/notesMasters/notesMaster1.xml" Id="Rba726469452a4a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82ef6470844a11" /><Relationship Type="http://schemas.openxmlformats.org/officeDocument/2006/relationships/notesMaster" Target="/ppt/notesMasters/notesMaster1.xml" Id="R5e4cc35996ae4a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bbeca28be84fed" /><Relationship Type="http://schemas.openxmlformats.org/officeDocument/2006/relationships/notesMaster" Target="/ppt/notesMasters/notesMaster1.xml" Id="R6f5363ac755e45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42062019764681" /><Relationship Type="http://schemas.openxmlformats.org/officeDocument/2006/relationships/notesMaster" Target="/ppt/notesMasters/notesMaster1.xml" Id="Rab486350ae2243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2b1f7cba2546c8" /><Relationship Type="http://schemas.openxmlformats.org/officeDocument/2006/relationships/notesMaster" Target="/ppt/notesMasters/notesMaster1.xml" Id="R44762fa4ee7a44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ab44eff0704452" /><Relationship Type="http://schemas.openxmlformats.org/officeDocument/2006/relationships/notesMaster" Target="/ppt/notesMasters/notesMaster1.xml" Id="R19633c7931dc49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52208c887e4589" /><Relationship Type="http://schemas.openxmlformats.org/officeDocument/2006/relationships/notesMaster" Target="/ppt/notesMasters/notesMaster1.xml" Id="Rfb29ad5ca14147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67c5ecde9f4015" /><Relationship Type="http://schemas.openxmlformats.org/officeDocument/2006/relationships/notesMaster" Target="/ppt/notesMasters/notesMaster1.xml" Id="R0d8d58cf842740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ee5ae7d85f42e9" /><Relationship Type="http://schemas.openxmlformats.org/officeDocument/2006/relationships/notesMaster" Target="/ppt/notesMasters/notesMaster1.xml" Id="Re3d1e5ee2ff341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0e21b1abeb4ed0" /><Relationship Type="http://schemas.openxmlformats.org/officeDocument/2006/relationships/notesMaster" Target="/ppt/notesMasters/notesMaster1.xml" Id="Rc2ba347e683d4f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135127615b482c" /><Relationship Type="http://schemas.openxmlformats.org/officeDocument/2006/relationships/notesMaster" Target="/ppt/notesMasters/notesMaster1.xml" Id="R9aa228f580da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e8863a8bd46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ca845afd74087" /><Relationship Type="http://schemas.openxmlformats.org/officeDocument/2006/relationships/slideLayout" Target="/ppt/slideLayouts/slideLayout1.xml" Id="R4d0e0ccb8eb447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e0ccb8eb447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d6c23bcab4ded" /><Relationship Type="http://schemas.openxmlformats.org/officeDocument/2006/relationships/image" Target="/ppt/media/image.png" Id="R71622dc8c9af4514" /><Relationship Type="http://schemas.openxmlformats.org/officeDocument/2006/relationships/notesSlide" Target="/ppt/notesSlides/notesSlide1.xml" Id="R51e4f26c51dd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3026dad304771" /><Relationship Type="http://schemas.openxmlformats.org/officeDocument/2006/relationships/image" Target="/ppt/media/image.jpeg" Id="R0c119d58e27e4931" /><Relationship Type="http://schemas.openxmlformats.org/officeDocument/2006/relationships/notesSlide" Target="/ppt/notesSlides/notesSlide2.xml" Id="R4ce90196b0d8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29e9d01ef4a81" /><Relationship Type="http://schemas.openxmlformats.org/officeDocument/2006/relationships/notesSlide" Target="/ppt/notesSlides/notesSlide3.xml" Id="R2e4f057df9fd4a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13c3fdd884591" /><Relationship Type="http://schemas.openxmlformats.org/officeDocument/2006/relationships/image" Target="/ppt/media/image2.jpeg" Id="Rdbef09109dbc4d5d" /><Relationship Type="http://schemas.openxmlformats.org/officeDocument/2006/relationships/notesSlide" Target="/ppt/notesSlides/notesSlide4.xml" Id="Rab4eb79dd3744b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c7f2384c74989" /><Relationship Type="http://schemas.openxmlformats.org/officeDocument/2006/relationships/image" Target="/ppt/media/image3.jpeg" Id="R1c215a0bdf344d47" /><Relationship Type="http://schemas.openxmlformats.org/officeDocument/2006/relationships/notesSlide" Target="/ppt/notesSlides/notesSlide5.xml" Id="R5644127d5265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26df12c544bcd" /><Relationship Type="http://schemas.openxmlformats.org/officeDocument/2006/relationships/image" Target="/ppt/media/image4.jpeg" Id="R801803927d944475" /><Relationship Type="http://schemas.openxmlformats.org/officeDocument/2006/relationships/notesSlide" Target="/ppt/notesSlides/notesSlide6.xml" Id="Re5d1c9503ac843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4acdeba834172" /><Relationship Type="http://schemas.openxmlformats.org/officeDocument/2006/relationships/image" Target="/ppt/media/image5.jpeg" Id="R8f6fb1e4b295479d" /><Relationship Type="http://schemas.openxmlformats.org/officeDocument/2006/relationships/notesSlide" Target="/ppt/notesSlides/notesSlide7.xml" Id="Rb4df9ef053a945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7944bbcec4fcd" /><Relationship Type="http://schemas.openxmlformats.org/officeDocument/2006/relationships/image" Target="/ppt/media/image6.jpeg" Id="R0ea1815093754c60" /><Relationship Type="http://schemas.openxmlformats.org/officeDocument/2006/relationships/notesSlide" Target="/ppt/notesSlides/notesSlide8.xml" Id="R599d4fa1761946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a7850b0f14751" /><Relationship Type="http://schemas.openxmlformats.org/officeDocument/2006/relationships/image" Target="/ppt/media/image7.jpeg" Id="Re08f591891c44c4f" /><Relationship Type="http://schemas.openxmlformats.org/officeDocument/2006/relationships/notesSlide" Target="/ppt/notesSlides/notesSlide9.xml" Id="R25766dd5d4f346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1cd9ef6234511" /><Relationship Type="http://schemas.openxmlformats.org/officeDocument/2006/relationships/image" Target="/ppt/media/image8.jpeg" Id="R98e156a676174597" /><Relationship Type="http://schemas.openxmlformats.org/officeDocument/2006/relationships/notesSlide" Target="/ppt/notesSlides/notesSlide10.xml" Id="Recc324d941fc46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f4460b16c4940" /><Relationship Type="http://schemas.openxmlformats.org/officeDocument/2006/relationships/image" Target="/ppt/media/image9.jpeg" Id="R6a90436182184f32" /><Relationship Type="http://schemas.openxmlformats.org/officeDocument/2006/relationships/notesSlide" Target="/ppt/notesSlides/notesSlide11.xml" Id="R10f2f16d06614f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9aa23249c472f" /><Relationship Type="http://schemas.openxmlformats.org/officeDocument/2006/relationships/image" Target="/ppt/media/image10.jpeg" Id="R6ba32d306dc14b7a" /><Relationship Type="http://schemas.openxmlformats.org/officeDocument/2006/relationships/notesSlide" Target="/ppt/notesSlides/notesSlide12.xml" Id="R18e2db2af91a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c97cb9c2349a7" /><Relationship Type="http://schemas.openxmlformats.org/officeDocument/2006/relationships/image" Target="/ppt/media/image11.jpeg" Id="Rde7f8f48460649cd" /><Relationship Type="http://schemas.openxmlformats.org/officeDocument/2006/relationships/notesSlide" Target="/ppt/notesSlides/notesSlide13.xml" Id="R8aaad6510c1b4c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34600b7dc4af6" /><Relationship Type="http://schemas.openxmlformats.org/officeDocument/2006/relationships/image" Target="/ppt/media/image12.jpeg" Id="R43084cfac3b0433c" /><Relationship Type="http://schemas.openxmlformats.org/officeDocument/2006/relationships/notesSlide" Target="/ppt/notesSlides/notesSlide14.xml" Id="R79a4d64ed38241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20acb0774040" /><Relationship Type="http://schemas.openxmlformats.org/officeDocument/2006/relationships/image" Target="/ppt/media/image13.jpeg" Id="Reb78f11eab3e47b5" /><Relationship Type="http://schemas.openxmlformats.org/officeDocument/2006/relationships/notesSlide" Target="/ppt/notesSlides/notesSlide15.xml" Id="Rac5118741e944e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aa32b1ab44901" /><Relationship Type="http://schemas.openxmlformats.org/officeDocument/2006/relationships/notesSlide" Target="/ppt/notesSlides/notesSlide16.xml" Id="R7c2ff61457e3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59724A89-D116-4877-B692-4666FF1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0D11E98C-7400-451F-8A44-4D6CF302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730C743B-F661-4C4D-BEDB-DD42BBA2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10AFCDCE-4C7F-4207-BC0D-381297D5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342E"/>
                </a:solidFill>
              </a:defRPr>
            </a:pPr>
            <a:r>
              <a:rPr sz="105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20145D-5189-453E-BF6A-BFDDF569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 of 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22dc8c9af4514"/>
          <a:stretch xmlns:a="http://schemas.openxmlformats.org/drawingml/2006/main"/>
        </p:blipFill>
        <p:spPr>
          <a:xfrm xmlns:a="http://schemas.openxmlformats.org/drawingml/2006/main">
            <a:off x="742950" y="2119045"/>
            <a:ext cx="4000500" cy="1191160"/>
          </a:xfrm>
          <a:prstGeom xmlns:a="http://schemas.openxmlformats.org/drawingml/2006/main" prst="rect">
            <a:avLst/>
          </a:prstGeom>
        </p:spPr>
      </p:pic>
      <p:sp>
        <p:nvSpPr>
          <p:cNvPr id="7" name="outcome-card">
            <a:extLst xmlns:a="http://schemas.openxmlformats.org/drawingml/2006/main">
              <a:ext uri="{FF2B5EF4-FFF2-40B4-BE49-F238E27FC236}">
                <a16:creationId xmlns:a16="http://schemas.microsoft.com/office/drawing/2014/main" id="{E66A3AEB-1792-4958-A1E6-1CAACBAE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5810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8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81F309AD-D328-4A8C-8D83-F0AAC99D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WHAT YOU WILL BE ABLE TO DO</a:t>
            </a:r>
          </a:p>
        </p:txBody>
      </p:sp>
      <p:sp>
        <p:nvSpPr>
          <p:cNvPr id="9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03940DF7-4F4F-4348-BB39-16B7D9D6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42E"/>
                </a:solidFill>
              </a:defRPr>
            </a:pPr>
            <a:r>
              <a:rPr sz="1950">
                <a:solidFill>
                  <a:srgbClr val="26342E"/>
                </a:solidFill>
              </a:rPr>
              <a:t>Find the correct record, edit only approved information, save once, clear the applicable cache, and verify the live page.</a:t>
            </a:r>
          </a:p>
        </p:txBody>
      </p:sp>
      <p:sp>
        <p:nvSpPr>
          <p:cNvPr id="10" name="duration">
            <a:extLst xmlns:a="http://schemas.openxmlformats.org/drawingml/2006/main">
              <a:ext uri="{FF2B5EF4-FFF2-40B4-BE49-F238E27FC236}">
                <a16:creationId xmlns:a16="http://schemas.microsoft.com/office/drawing/2014/main" id="{62876C91-333D-479A-88A5-9EDB97C1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0062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E4B61"/>
                </a:solidFill>
              </a:defRPr>
            </a:pPr>
            <a:r>
              <a:rPr sz="1200" b="1">
                <a:solidFill>
                  <a:srgbClr val="8E4B61"/>
                </a:solidFill>
              </a:rPr>
              <a:t>Beginner lesson  •  Live website  •  About 7 minutes</a:t>
            </a:r>
          </a:p>
        </p:txBody>
      </p:sp>
    </p:spTree>
    <p:extLst>
      <p:ext uri="{BB962C8B-B14F-4D97-AF65-F5344CB8AC3E}">
        <p14:creationId xmlns:p14="http://schemas.microsoft.com/office/powerpoint/2010/main" val="1425868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55689D83-EF69-429A-A819-522BAC29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D12A714C-2908-4977-B4BD-1AD75DB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Use an Editor account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48A8219D-9BF0-44DD-88E2-EB8240BC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D9B76649-A878-4D23-B648-C4AB4E80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C8C50D4-6DED-44AE-BAA1-D9F2A001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2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843D670-F707-4C5F-B57C-DC33D6DC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19d58e27e4931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106E8711-E052-4F2B-92A0-6EB71CF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9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D62F22B8-FB28-4A45-9037-165F2B9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0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BF323BD4-736F-405F-97EF-2489D7DF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Recommended staff role: Editor. Administrator access is not required for routine practitioner updates. Each staff member should use a separate login.</a:t>
            </a:r>
          </a:p>
        </p:txBody>
      </p:sp>
      <p:sp>
        <p:nvSpPr>
          <p:cNvPr id="11" name="safety">
            <a:extLst xmlns:a="http://schemas.openxmlformats.org/drawingml/2006/main">
              <a:ext uri="{FF2B5EF4-FFF2-40B4-BE49-F238E27FC236}">
                <a16:creationId xmlns:a16="http://schemas.microsoft.com/office/drawing/2014/main" id="{ADFC2979-4C89-40C8-BB43-2577EAA6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737413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A5E5BB5D-D749-4E9D-9801-DC2D7EC6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F920E8C1-939F-48B9-B53D-B3EA8249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CEB4841C-5D54-43EA-BAD5-8C644034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DB69D9B8-5DD6-4D7A-A37B-2E9E64E4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49C997D-7FB3-493A-8005-6F1DD6F8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3 of 16</a:t>
            </a:r>
          </a:p>
        </p:txBody>
      </p:sp>
      <p:sp>
        <p:nvSpPr>
          <p:cNvPr id="6" name="url-card">
            <a:extLst xmlns:a="http://schemas.openxmlformats.org/drawingml/2006/main">
              <a:ext uri="{FF2B5EF4-FFF2-40B4-BE49-F238E27FC236}">
                <a16:creationId xmlns:a16="http://schemas.microsoft.com/office/drawing/2014/main" id="{E4455AA6-EFB0-44E6-AD49-7DF16E8E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7" name="live-label">
            <a:extLst xmlns:a="http://schemas.openxmlformats.org/drawingml/2006/main">
              <a:ext uri="{FF2B5EF4-FFF2-40B4-BE49-F238E27FC236}">
                <a16:creationId xmlns:a16="http://schemas.microsoft.com/office/drawing/2014/main" id="{9EA67437-7FA7-4656-8FE2-3546C341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F7D50"/>
                </a:solidFill>
              </a:defRPr>
            </a:pPr>
            <a:r>
              <a:rPr sz="1275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8" name="live-url">
            <a:extLst xmlns:a="http://schemas.openxmlformats.org/drawingml/2006/main">
              <a:ext uri="{FF2B5EF4-FFF2-40B4-BE49-F238E27FC236}">
                <a16:creationId xmlns:a16="http://schemas.microsoft.com/office/drawing/2014/main" id="{81BF0985-CC10-4EE1-8DD0-A971422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ive-note">
            <a:extLst xmlns:a="http://schemas.openxmlformats.org/drawingml/2006/main">
              <a:ext uri="{FF2B5EF4-FFF2-40B4-BE49-F238E27FC236}">
                <a16:creationId xmlns:a16="http://schemas.microsoft.com/office/drawing/2014/main" id="{B75D2A13-5152-45B4-8564-9F49901E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909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E4B61"/>
                </a:solidFill>
              </a:defRPr>
            </a:pPr>
            <a:r>
              <a:rPr sz="1350">
                <a:solidFill>
                  <a:srgbClr val="8E4B61"/>
                </a:solidFill>
              </a:rPr>
              <a:t>Confirm this address before changing the live site.</a:t>
            </a:r>
          </a:p>
        </p:txBody>
      </p:sp>
    </p:spTree>
    <p:extLst>
      <p:ext uri="{BB962C8B-B14F-4D97-AF65-F5344CB8AC3E}">
        <p14:creationId xmlns:p14="http://schemas.microsoft.com/office/powerpoint/2010/main" val="1709294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DC7FBF54-4381-474C-8AE9-AA1C71EF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643A7794-FC49-4F24-90E5-D1C52D3C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40E8FDE4-32C3-477C-9CF0-CD0B94EE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0AB750D2-1D64-4FED-A3A0-9DAAB9B6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ED0A86-F334-41EF-BD6E-C7CE6485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4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60F5AB7-2D7F-4290-A33D-89C7A4B9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f09109dbc4d5d"/>
          <a:stretch xmlns:a="http://schemas.openxmlformats.org/drawingml/2006/main"/>
        </p:blipFill>
        <p:spPr>
          <a:xfrm xmlns:a="http://schemas.openxmlformats.org/drawingml/2006/main">
            <a:off x="485775" y="1619586"/>
            <a:ext cx="7562850" cy="4552277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98C688A7-9354-402C-ADD9-C0C97818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876300" cy="8953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349E38A7-2123-4557-99C1-C8FF3CD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A492851-2635-487B-83D2-9672E12B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691DD075-5D54-47FD-9397-50BB4FC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8A0769A2-0821-4F1B-9B26-D427CFD5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5F5DD806-CF0F-44C9-AB6F-70B6CB7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In the left menu, select Medical Practicioners, then All Medical Practicioners. The current WordPress label is spelled “Practicioners.”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D451AC1B-AF8D-4680-90D0-8CD4D9E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684410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018335B7-10B3-4F33-8179-90BCF8F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1B435795-6F32-4241-B480-CEE7B0B6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4A40C1C3-9D85-4430-9526-9256CBF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4DBDF4F8-09BF-40E2-86DF-18BD3AF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23F3BDB-0C12-4EC8-B97A-2D592370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5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B30AAB8D-2120-4DBB-985A-347FAC8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15a0bdf344d47"/>
          <a:stretch xmlns:a="http://schemas.openxmlformats.org/drawingml/2006/main"/>
        </p:blipFill>
        <p:spPr>
          <a:xfrm xmlns:a="http://schemas.openxmlformats.org/drawingml/2006/main">
            <a:off x="485775" y="1619586"/>
            <a:ext cx="7562850" cy="4552277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603A5AA-2C24-489A-8105-FB5D8774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5164DB9-91B1-45A1-AF7B-38725FF7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336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893E7530-EDC1-4A2A-A14F-A6A2EEDB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907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85CB916B-E8A3-4C42-8D5E-D00BC2A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3A51EBF7-8BA1-406E-960E-FC935CFE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133A2B24-FB68-46D6-B1AD-4123831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Search by name when needed. Hover over the correct row and select Edit. Do not choose Quick Edit, Trash, or Clear Cache yet.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B7101914-61F4-4045-A884-671BFED8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193752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471BA09B-1E79-40CE-B1A3-C89E105B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FE4B48BF-9091-4EFA-8423-F2E23919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8DBFA2EB-533C-415D-BC60-7CF31E7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2C9806DD-291F-4E6A-A02D-C62A707C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296A687-A7FD-4574-8B01-AE9C863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6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FF04470-4C61-450C-81D0-C39E1B52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803927d944475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92020FCB-2CFC-4F05-A7AB-B2E291B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7477125" cy="1924050"/>
          </a:xfrm>
          <a:prstGeom xmlns:a="http://schemas.openxmlformats.org/drawingml/2006/main" prst="roundRect">
            <a:avLst>
              <a:gd name="adj" fmla="val 3960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A98D1ADF-DED1-4950-9591-FCF4C19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C0EBD39-9315-48FA-8159-24FFE804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714DE722-5818-4F8E-B596-5B73671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E68967D4-7631-44BD-892F-E89B27CF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8BFF86FD-E69E-4ECC-9480-8D2964F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Wait for the editor to load, then scroll down. If the fields are hidden, select Meta Boxes and enlarge the panel with Drag to resize.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E22FFDC1-0198-4053-92E3-BFFC3CB7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278185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BFAD7E57-89C5-48AE-B9DD-0A407C9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F54423E8-8DC3-4B9D-A1C6-4853698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FF9A6EB2-36D2-4CF1-BFDB-43B79A0D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339FDB7F-53BA-4010-A05F-D500043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D7479F-4A86-4936-940C-2497EAF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7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874D1D8-8C62-4663-BED6-7F83A704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fb1e4b295479d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D97B594-F951-4EFA-9233-B9349F33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5476875" cy="2305050"/>
          </a:xfrm>
          <a:prstGeom xmlns:a="http://schemas.openxmlformats.org/drawingml/2006/main" prst="roundRect">
            <a:avLst>
              <a:gd name="adj" fmla="val 3306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ED92F6D-A556-4012-A066-8A0D7C01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1F56C07E-2DDF-44B9-99A8-94C945AF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24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46E918E9-3625-4B85-A997-E4796A33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FFAC127B-A94B-4D3C-B8D9-7A3A5065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DAC39C1A-101C-4287-B942-8F80278E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Check the approved Medical Service category or categories. Leave unrelated boxes alone. Stop and ask if the needed category does not exist.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20F063CD-F736-4C93-B6FE-CFE85ECF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007748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D045C5F8-CEEB-4F91-BA95-35401A38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010E6406-ADE8-4629-9452-1A927FE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786933E2-8074-49DC-9C24-EEAC45F8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5B0E764C-80DF-429E-BB88-59B214B7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C50013-147D-4FE0-A572-5B35F007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8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BA6F2C07-570D-48D1-B1E5-A1ECCE5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1815093754c60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C147977-6402-498E-8168-483A2A84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7477125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2F6B5147-8641-4559-9061-6166C55E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127FE54B-BCF6-415D-ACFD-D4F817F4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148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BCF69A7E-CA43-4E52-94FE-42463B60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0897417F-6A63-4AAD-B550-7F8B46F5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B912C0E7-E98A-48B2-B5B9-EE35C23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Medical Center is the public practice name. Medical Practitioner Full Name is the public name and credentials. Verify every character.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8B8A7125-DE2D-4B9B-AD1B-8D2B5588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2138031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1B4F2A6A-C08B-41AE-86DE-1BDA512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144E3BF5-1851-4032-9DD2-45BA02A7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8E346D10-64E4-4003-A515-3DF3CBA5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EC2B2C18-B838-400D-9A4D-82173A5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ACD4E8-A66B-4DEA-BF5B-9E77DE0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9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49F7B2F5-9804-4E29-BC3C-DB7A5305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f591891c44c4f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5B4D2CF-22B8-4FB4-BCCD-6D24AEE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29075"/>
            <a:ext cx="7477125" cy="2047875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FB4CA54-11F6-4621-835C-24A7704D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FEB5D066-B596-4FB4-BFE5-D9156C6C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195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7DC7B9B7-F01C-4620-842F-6B65B720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9331A2D2-E460-47FC-BFF0-43775D5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7742B25D-6A85-45A1-85BE-CB15F453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Select Visual before editing. Replace only the approved text. Re-read the first and last sentence after pasting. Do not use the Text or HTML tab.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FE72DEFF-420B-4522-AC8F-A41853F4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2008867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E23953EF-CC3B-4990-AB47-2E1927F1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0E75D882-4BA1-45EC-B4CD-62C469EA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AA5BB218-D7D5-46B3-BF5A-D579E25D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A79C631B-660C-4314-B223-EFAFC6F4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29457F6-45A6-4A48-82A1-13E2A05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10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E758929-F0F5-4D13-9AB5-D781C2E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156a676174597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1B8DBCE-45A7-4741-92D5-B8E3E7A4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67175"/>
            <a:ext cx="7477125" cy="2009775"/>
          </a:xfrm>
          <a:prstGeom xmlns:a="http://schemas.openxmlformats.org/drawingml/2006/main" prst="roundRect">
            <a:avLst>
              <a:gd name="adj" fmla="val 3791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6C2E879D-54DA-4C88-A906-8E535C5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00475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8D464FAE-2949-42EB-9C05-BB23D45C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57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68BE2B0B-F348-4786-890D-6BCA15B4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A8158121-81D4-49C8-93A7-92CA47CF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27B4E86B-99B9-4DF7-A89D-6B4EA3E3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Use Visual mode. Add approved website, email, phone, or location details. Test every link and never publish private information.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A1E3E942-F54C-4B21-8F6D-C014BA2B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462424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3EB7047F-55FA-4F74-BD36-03C4D0E3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977E2D77-E8F8-4E72-A3F2-FF039FB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Review only the fields you touched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F05F92DA-E44B-49CF-8E49-B2A9B98F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9A3E00B4-78A5-4DFA-A3C4-C65240C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5E2D685-1568-4C24-93BB-6DF1FAE4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11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4BC54390-A274-4347-8EEC-ECBC32B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0436182184f32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E0C7847C-538E-4EFA-9EB2-B03652F3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7477125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F5E30F0-B22A-4BED-AD62-C547120D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F28AF728-9875-46FB-93ED-AD4D3EC3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148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03B7DDD0-097A-4E2F-AC67-F524FECF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019921D2-F9BE-4739-8E4B-EBE868F8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14540981-02C1-45EB-AFCF-29E2309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Check category, practice, name, credentials, description, and contact links. Do not change the page address, SEO settings, code, or unrelated controls.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08B99EF2-9D24-4080-91C6-86CBEC2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946317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C8395076-3700-4A52-BDF8-2AA94D07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8310043A-823D-491E-9E60-75932EF6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D95066CE-B171-4B9E-A56B-ACB8457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E3DC0307-EE2E-4734-8A66-1F817B5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2559B62-DA2C-4343-B6C5-299C773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12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B50796BC-2208-46C4-8277-4929586B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32d306dc14b7a"/>
          <a:stretch xmlns:a="http://schemas.openxmlformats.org/drawingml/2006/main"/>
        </p:blipFill>
        <p:spPr>
          <a:xfrm xmlns:a="http://schemas.openxmlformats.org/drawingml/2006/main">
            <a:off x="485775" y="1648444"/>
            <a:ext cx="7562850" cy="4494562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4D107F3-6775-464D-A1BF-9E2C6BE5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47675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4124BA1-4725-410B-8B77-3CE5F9FC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EC7CD27-FC6D-413A-8D8A-495809E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8F2DFDEB-FC1E-4022-A1FA-16710AA7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9C1AC33D-CCAC-4E5E-B55C-535E7E04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F91DEA60-5F4C-49EA-B9A6-070A8E23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Use the blue Save button in the upper-right corner. Wait for the saved confirmation. If WordPress displays an error, stop and take a screenshot.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CCEC9EEE-6DFD-446A-AB17-4C37062C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1388745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E6BFFDFA-82BE-4A9A-9C31-20C8C98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F6EE9D72-BB8B-4110-BD95-D38A3F7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82096292-280B-4C8C-826C-85413B3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5452E4F5-F4B9-41A6-9431-F3A8410F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7D401D6-ABA6-42B9-8770-E6070B2C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13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2C7DA76-853F-484E-8373-CEACBC4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f8f48460649cd"/>
          <a:stretch xmlns:a="http://schemas.openxmlformats.org/drawingml/2006/main"/>
        </p:blipFill>
        <p:spPr>
          <a:xfrm xmlns:a="http://schemas.openxmlformats.org/drawingml/2006/main">
            <a:off x="485775" y="1619586"/>
            <a:ext cx="7562850" cy="4552277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DF92233-EB35-4CF4-8074-8351562C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2BD2658E-1CBC-44B9-B487-F3E1EE45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336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FBC3E4F-E07A-4B09-87A7-E2AC792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907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F46D0534-8E8E-4D69-BEBC-BA3B6B66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4D1F12B8-9B62-448C-B421-A8FCF8DB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B3A2B4BC-6163-4AEF-BD81-41BC3BC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Return to the practitioner list. Hover over the updated row and select its Clear Cache action. Server-wide purges are covered in the separate cache lesson.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B12E3E7C-201B-4838-8280-D8569CB3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9041049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1045193C-634F-4BE4-BD02-D6D137D9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8DC71679-911A-42B1-A75A-2871831B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3BDCF8A2-D2D1-483C-9F16-25BDE71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5BD74A52-025D-47E1-A489-226DE2C1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939127-2E04-482F-95CD-D27DC812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14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EFB6757-6765-4D19-AD50-3A983C0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84cfac3b0433c"/>
          <a:stretch xmlns:a="http://schemas.openxmlformats.org/drawingml/2006/main"/>
        </p:blipFill>
        <p:spPr>
          <a:xfrm xmlns:a="http://schemas.openxmlformats.org/drawingml/2006/main">
            <a:off x="485775" y="1745016"/>
            <a:ext cx="7562850" cy="4301419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E5FD81E-5593-4435-B3D2-FB1EAFE8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5095875" cy="2571750"/>
          </a:xfrm>
          <a:prstGeom xmlns:a="http://schemas.openxmlformats.org/drawingml/2006/main" prst="roundRect">
            <a:avLst>
              <a:gd name="adj" fmla="val 2963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63F76304-A4DB-4FB8-83A5-F141D761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FDA431F0-FC84-4059-8831-0DA8E8EF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9D263A49-4815-4C05-8632-144AE9E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DDCF26C2-A7A6-44B0-AF37-EE4792C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99C5E406-D731-4EE1-9604-AEC6277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Open rebekahspureliving.com/practitioners/. Search for the person and confirm the name, practice, category, and description preview.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8E8BEC15-9709-4841-8B74-52153EA9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5964667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B3D8EBE5-0450-4F92-BF71-B61EFA8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A164D6E4-353E-4E28-B321-96A75F7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27277AF2-82F1-4AF9-8E2F-C96D5C5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EF29D454-DB4A-4011-80D9-508C9D3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3D840F6-93B9-4442-8599-86F6CA6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15 of 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A0269D4-F2C8-4CDE-B8E7-8348CE5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78105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8f11eab3e47b5"/>
          <a:stretch xmlns:a="http://schemas.openxmlformats.org/drawingml/2006/main"/>
        </p:blipFill>
        <p:spPr>
          <a:xfrm xmlns:a="http://schemas.openxmlformats.org/drawingml/2006/main">
            <a:off x="485775" y="1745016"/>
            <a:ext cx="7562850" cy="4301419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08E5DCF7-B706-4AB0-B4B5-E78A2DC0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47825"/>
            <a:ext cx="2438400" cy="44577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7B375695-9A0D-449A-AC17-85BCE0F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81125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06168A3-C260-4168-9C38-F4055D1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382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42E"/>
                </a:solidFill>
              </a:defRPr>
            </a:pPr>
            <a:r>
              <a:rPr sz="90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1" name="instruction-card">
            <a:extLst xmlns:a="http://schemas.openxmlformats.org/drawingml/2006/main">
              <a:ext uri="{FF2B5EF4-FFF2-40B4-BE49-F238E27FC236}">
                <a16:creationId xmlns:a16="http://schemas.microsoft.com/office/drawing/2014/main" id="{F03A888D-4955-4304-91EE-F973070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314700" cy="4857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3A0"/>
            </a:solidFill>
            <a:prstDash val="solid"/>
          </a:ln>
        </p:spPr>
      </p:sp>
      <p:sp>
        <p:nvSpPr>
          <p:cNvPr id="12" name="instruction-label">
            <a:extLst xmlns:a="http://schemas.openxmlformats.org/drawingml/2006/main">
              <a:ext uri="{FF2B5EF4-FFF2-40B4-BE49-F238E27FC236}">
                <a16:creationId xmlns:a16="http://schemas.microsoft.com/office/drawing/2014/main" id="{984369F9-645A-4599-A44D-C2C156CA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50"/>
                </a:solidFill>
              </a:defRPr>
            </a:pPr>
            <a:r>
              <a:rPr sz="1050" b="1">
                <a:solidFill>
                  <a:srgbClr val="3F7D50"/>
                </a:solidFill>
              </a:rPr>
              <a:t>DO THIS</a:t>
            </a:r>
          </a:p>
        </p:txBody>
      </p:sp>
      <p:sp>
        <p:nvSpPr>
          <p:cNvPr id="13" name="instruction-copy">
            <a:extLst xmlns:a="http://schemas.openxmlformats.org/drawingml/2006/main">
              <a:ext uri="{FF2B5EF4-FFF2-40B4-BE49-F238E27FC236}">
                <a16:creationId xmlns:a16="http://schemas.microsoft.com/office/drawing/2014/main" id="{D3998A19-7A39-4CA3-8DBD-98B3018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6342E"/>
                </a:solidFill>
              </a:defRPr>
            </a:pPr>
            <a:r>
              <a:rPr sz="1575">
                <a:solidFill>
                  <a:srgbClr val="26342E"/>
                </a:solidFill>
              </a:rPr>
              <a:t>Select View full listing. Confirm the complete description and contact information. Repeat the check on a phone and test every link.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84F2A3BA-4949-484F-A825-F379D13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24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B61"/>
                </a:solidFill>
              </a:defRPr>
            </a:pPr>
            <a:r>
              <a:rPr sz="1125" b="1">
                <a:solidFill>
                  <a:srgbClr val="8E4B61"/>
                </a:solidFill>
              </a:rPr>
              <a:t>If unsure: stop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981779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4ABAEA8F-235F-4F12-8F38-BBD8C76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67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F7D50"/>
                </a:solidFill>
              </a:defRPr>
            </a:pPr>
            <a:r>
              <a:rPr sz="975" b="1">
                <a:solidFill>
                  <a:srgbClr val="3F7D50"/>
                </a:solidFill>
              </a:rPr>
              <a:t>REBEKAH'S WEBSITE EDITING LIBRARY</a:t>
            </a:r>
          </a:p>
        </p:txBody>
      </p:sp>
      <p:sp>
        <p:nvSpPr>
          <p:cNvPr id="2" name="scene-title">
            <a:extLst xmlns:a="http://schemas.openxmlformats.org/drawingml/2006/main">
              <a:ext uri="{FF2B5EF4-FFF2-40B4-BE49-F238E27FC236}">
                <a16:creationId xmlns:a16="http://schemas.microsoft.com/office/drawing/2014/main" id="{E3210232-9FCB-4649-B958-46D9498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Finish every website edit the same way</a:t>
            </a:r>
          </a:p>
        </p:txBody>
      </p:sp>
      <p:sp>
        <p:nvSpPr>
          <p:cNvPr id="3" name="step-badge">
            <a:extLst xmlns:a="http://schemas.openxmlformats.org/drawingml/2006/main">
              <a:ext uri="{FF2B5EF4-FFF2-40B4-BE49-F238E27FC236}">
                <a16:creationId xmlns:a16="http://schemas.microsoft.com/office/drawing/2014/main" id="{FDD0EAC5-9D44-4918-AC68-29259441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1000125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label">
            <a:extLst xmlns:a="http://schemas.openxmlformats.org/drawingml/2006/main">
              <a:ext uri="{FF2B5EF4-FFF2-40B4-BE49-F238E27FC236}">
                <a16:creationId xmlns:a16="http://schemas.microsoft.com/office/drawing/2014/main" id="{4BB0F756-4EBE-4402-A29D-5BEBF472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43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342E"/>
                </a:solidFill>
              </a:defRPr>
            </a:pPr>
            <a:r>
              <a:rPr sz="105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AC6096-DFC9-42AA-A3A4-F18DE733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7D50"/>
                </a:solidFill>
              </a:defRPr>
            </a:pPr>
            <a:r>
              <a:rPr sz="750">
                <a:solidFill>
                  <a:srgbClr val="3F7D50"/>
                </a:solidFill>
              </a:rPr>
              <a:t>Practitioner pilot v1.1  •  16 of 16</a:t>
            </a:r>
          </a:p>
        </p:txBody>
      </p:sp>
      <p:sp>
        <p:nvSpPr>
          <p:cNvPr id="6" name="closing-card">
            <a:extLst xmlns:a="http://schemas.openxmlformats.org/drawingml/2006/main">
              <a:ext uri="{FF2B5EF4-FFF2-40B4-BE49-F238E27FC236}">
                <a16:creationId xmlns:a16="http://schemas.microsoft.com/office/drawing/2014/main" id="{1258236F-9E76-4A71-A1C3-535C37E8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38225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B569F91E-3A5A-4ED9-B22E-B951A104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942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SAVE  →  CLEAR THE APPLICABLE CACHE  →  VERIFY THE EXACT PUBLIC PAGE ON DESKTOP AND PHONE</a:t>
            </a:r>
          </a:p>
        </p:txBody>
      </p:sp>
      <p:sp>
        <p:nvSpPr>
          <p:cNvPr id="8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BE443AFC-D913-4326-A5A2-61D6DAAB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E4B61"/>
                </a:solidFill>
              </a:defRPr>
            </a:pPr>
            <a:r>
              <a:rPr sz="1350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1241749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2026-08-31T18:51:34.9790000Z</dcterms:created>
  <dcterms:modified xsi:type="dcterms:W3CDTF">2026-08-31T18:51:34.9790000Z</dcterms:modified>
</coreProperties>
</file>