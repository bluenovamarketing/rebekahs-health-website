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98d29bf2ca429b" /><Relationship Type="http://schemas.openxmlformats.org/officeDocument/2006/relationships/extended-properties" Target="/docProps/app.xml" Id="Rec17fc82022f4a8c" /><Relationship Type="http://schemas.openxmlformats.org/officeDocument/2006/relationships/officeDocument" Target="/ppt/presentation.xml" Id="R191fe48f06214f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2a434581b74150"/>
  </p:sldMasterIdLst>
  <p:notesMasterIdLst>
    <p:notesMasterId xmlns:r="http://schemas.openxmlformats.org/officeDocument/2006/relationships" r:id="Reafd6f45cebd4d3c"/>
  </p:notesMasterIdLst>
  <p:sldIdLst>
    <p:sldId xmlns:r="http://schemas.openxmlformats.org/officeDocument/2006/relationships" id="256" r:id="Rde9e5c6dd5514350"/>
    <p:sldId xmlns:r="http://schemas.openxmlformats.org/officeDocument/2006/relationships" id="257" r:id="Ree201a7a188b4149"/>
    <p:sldId xmlns:r="http://schemas.openxmlformats.org/officeDocument/2006/relationships" id="258" r:id="R4df87ca481e54e14"/>
    <p:sldId xmlns:r="http://schemas.openxmlformats.org/officeDocument/2006/relationships" id="259" r:id="R92a141b417254ef2"/>
    <p:sldId xmlns:r="http://schemas.openxmlformats.org/officeDocument/2006/relationships" id="260" r:id="R08e27a2a1b864377"/>
    <p:sldId xmlns:r="http://schemas.openxmlformats.org/officeDocument/2006/relationships" id="261" r:id="Re49ac4cd53be4d34"/>
    <p:sldId xmlns:r="http://schemas.openxmlformats.org/officeDocument/2006/relationships" id="262" r:id="R0a91ab46b9be47e5"/>
    <p:sldId xmlns:r="http://schemas.openxmlformats.org/officeDocument/2006/relationships" id="263" r:id="Rcd61fae25b3e4d32"/>
    <p:sldId xmlns:r="http://schemas.openxmlformats.org/officeDocument/2006/relationships" id="264" r:id="Rd49ec03405294a93"/>
    <p:sldId xmlns:r="http://schemas.openxmlformats.org/officeDocument/2006/relationships" id="265" r:id="Rdfe9b133611641e3"/>
    <p:sldId xmlns:r="http://schemas.openxmlformats.org/officeDocument/2006/relationships" id="266" r:id="R14b5b98d7c7445ef"/>
    <p:sldId xmlns:r="http://schemas.openxmlformats.org/officeDocument/2006/relationships" id="267" r:id="Rccba2209bdcd4367"/>
    <p:sldId xmlns:r="http://schemas.openxmlformats.org/officeDocument/2006/relationships" id="268" r:id="Rb9ec43c6454248d2"/>
    <p:sldId xmlns:r="http://schemas.openxmlformats.org/officeDocument/2006/relationships" id="269" r:id="Rb2ce499adadc4f87"/>
    <p:sldId xmlns:r="http://schemas.openxmlformats.org/officeDocument/2006/relationships" id="270" r:id="R87c4ebbdbb7e4e41"/>
    <p:sldId xmlns:r="http://schemas.openxmlformats.org/officeDocument/2006/relationships" id="271" r:id="Rdaf402de051c412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e52562b5df4e25" /><Relationship Type="http://schemas.openxmlformats.org/officeDocument/2006/relationships/slideMaster" Target="/ppt/slideMasters/slideMaster1.xml" Id="R2b2a434581b74150" /><Relationship Type="http://schemas.openxmlformats.org/officeDocument/2006/relationships/notesMaster" Target="/ppt/notesMasters/notesMaster1.xml" Id="Reafd6f45cebd4d3c" /><Relationship Type="http://schemas.openxmlformats.org/officeDocument/2006/relationships/presProps" Target="/ppt/presProps.xml" Id="Ref7efcb32e2f4a10" /><Relationship Type="http://schemas.openxmlformats.org/officeDocument/2006/relationships/tableStyles" Target="/ppt/tableStyles.xml" Id="R635c111b91944803" /><Relationship Type="http://schemas.openxmlformats.org/officeDocument/2006/relationships/slide" Target="/ppt/slides/slide1.xml" Id="Rde9e5c6dd5514350" /><Relationship Type="http://schemas.openxmlformats.org/officeDocument/2006/relationships/slide" Target="/ppt/slides/slide2.xml" Id="Ree201a7a188b4149" /><Relationship Type="http://schemas.openxmlformats.org/officeDocument/2006/relationships/slide" Target="/ppt/slides/slide3.xml" Id="R4df87ca481e54e14" /><Relationship Type="http://schemas.openxmlformats.org/officeDocument/2006/relationships/slide" Target="/ppt/slides/slide4.xml" Id="R92a141b417254ef2" /><Relationship Type="http://schemas.openxmlformats.org/officeDocument/2006/relationships/slide" Target="/ppt/slides/slide5.xml" Id="R08e27a2a1b864377" /><Relationship Type="http://schemas.openxmlformats.org/officeDocument/2006/relationships/slide" Target="/ppt/slides/slide6.xml" Id="Re49ac4cd53be4d34" /><Relationship Type="http://schemas.openxmlformats.org/officeDocument/2006/relationships/slide" Target="/ppt/slides/slide7.xml" Id="R0a91ab46b9be47e5" /><Relationship Type="http://schemas.openxmlformats.org/officeDocument/2006/relationships/slide" Target="/ppt/slides/slide8.xml" Id="Rcd61fae25b3e4d32" /><Relationship Type="http://schemas.openxmlformats.org/officeDocument/2006/relationships/slide" Target="/ppt/slides/slide9.xml" Id="Rd49ec03405294a93" /><Relationship Type="http://schemas.openxmlformats.org/officeDocument/2006/relationships/slide" Target="/ppt/slides/slide10.xml" Id="Rdfe9b133611641e3" /><Relationship Type="http://schemas.openxmlformats.org/officeDocument/2006/relationships/slide" Target="/ppt/slides/slide11.xml" Id="R14b5b98d7c7445ef" /><Relationship Type="http://schemas.openxmlformats.org/officeDocument/2006/relationships/slide" Target="/ppt/slides/slide12.xml" Id="Rccba2209bdcd4367" /><Relationship Type="http://schemas.openxmlformats.org/officeDocument/2006/relationships/slide" Target="/ppt/slides/slide13.xml" Id="Rb9ec43c6454248d2" /><Relationship Type="http://schemas.openxmlformats.org/officeDocument/2006/relationships/slide" Target="/ppt/slides/slide14.xml" Id="Rb2ce499adadc4f87" /><Relationship Type="http://schemas.openxmlformats.org/officeDocument/2006/relationships/slide" Target="/ppt/slides/slide15.xml" Id="R87c4ebbdbb7e4e41" /><Relationship Type="http://schemas.openxmlformats.org/officeDocument/2006/relationships/slide" Target="/ppt/slides/slide16.xml" Id="Rdaf402de051c41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cda158029249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4e1b4d630d4b67" /><Relationship Type="http://schemas.openxmlformats.org/officeDocument/2006/relationships/notesMaster" Target="/ppt/notesMasters/notesMaster1.xml" Id="R5a3095b1659841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c9e3c74d6649bb" /><Relationship Type="http://schemas.openxmlformats.org/officeDocument/2006/relationships/notesMaster" Target="/ppt/notesMasters/notesMaster1.xml" Id="R9f47661e630c40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56c7d0e0fa4e8d" /><Relationship Type="http://schemas.openxmlformats.org/officeDocument/2006/relationships/notesMaster" Target="/ppt/notesMasters/notesMaster1.xml" Id="R004223f2db0b45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d58a382d474e6e" /><Relationship Type="http://schemas.openxmlformats.org/officeDocument/2006/relationships/notesMaster" Target="/ppt/notesMasters/notesMaster1.xml" Id="R56bf23d205d84f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b561bc56d947cc" /><Relationship Type="http://schemas.openxmlformats.org/officeDocument/2006/relationships/notesMaster" Target="/ppt/notesMasters/notesMaster1.xml" Id="Re7578b5dda7845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70806145eb4c89" /><Relationship Type="http://schemas.openxmlformats.org/officeDocument/2006/relationships/notesMaster" Target="/ppt/notesMasters/notesMaster1.xml" Id="R6f41b3c9cd4241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18324d713d43e7" /><Relationship Type="http://schemas.openxmlformats.org/officeDocument/2006/relationships/notesMaster" Target="/ppt/notesMasters/notesMaster1.xml" Id="Rca33014a716549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1d666ea3c74ec2" /><Relationship Type="http://schemas.openxmlformats.org/officeDocument/2006/relationships/notesMaster" Target="/ppt/notesMasters/notesMaster1.xml" Id="R7a79fe08c89d4d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90a323bb2b4a7f" /><Relationship Type="http://schemas.openxmlformats.org/officeDocument/2006/relationships/notesMaster" Target="/ppt/notesMasters/notesMaster1.xml" Id="Re3699e1f89654b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dd0fd5a15645d1" /><Relationship Type="http://schemas.openxmlformats.org/officeDocument/2006/relationships/notesMaster" Target="/ppt/notesMasters/notesMaster1.xml" Id="Rd951ef807a5740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6da384ace8446e" /><Relationship Type="http://schemas.openxmlformats.org/officeDocument/2006/relationships/notesMaster" Target="/ppt/notesMasters/notesMaster1.xml" Id="R6726e8f6e6dd4d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6b5331598a4354" /><Relationship Type="http://schemas.openxmlformats.org/officeDocument/2006/relationships/notesMaster" Target="/ppt/notesMasters/notesMaster1.xml" Id="Rcd0293f2f6194d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738247ad2744fa" /><Relationship Type="http://schemas.openxmlformats.org/officeDocument/2006/relationships/notesMaster" Target="/ppt/notesMasters/notesMaster1.xml" Id="R5b6893663b4249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56024db3114970" /><Relationship Type="http://schemas.openxmlformats.org/officeDocument/2006/relationships/notesMaster" Target="/ppt/notesMasters/notesMaster1.xml" Id="R029ab6b1a3774d3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d0dcfe72154f5e" /><Relationship Type="http://schemas.openxmlformats.org/officeDocument/2006/relationships/notesMaster" Target="/ppt/notesMasters/notesMaster1.xml" Id="R70b42a2395424e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95eaf38fce44b5" /><Relationship Type="http://schemas.openxmlformats.org/officeDocument/2006/relationships/notesMaster" Target="/ppt/notesMasters/notesMaster1.xml" Id="R741c5fadfb1549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https://rebekahspureliving.com/practitioners/ (captured September 1,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b0d6a00d340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35d637545b4860" /><Relationship Type="http://schemas.openxmlformats.org/officeDocument/2006/relationships/slideLayout" Target="/ppt/slideLayouts/slideLayout1.xml" Id="R99b17031e9c14a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b17031e9c14a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1ed22b8a04b40" /><Relationship Type="http://schemas.openxmlformats.org/officeDocument/2006/relationships/image" Target="/ppt/media/image.png" Id="Ra30443e9fd8b4fb8" /><Relationship Type="http://schemas.openxmlformats.org/officeDocument/2006/relationships/notesSlide" Target="/ppt/notesSlides/notesSlide1.xml" Id="R4f063bb621254d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932a23ee74743" /><Relationship Type="http://schemas.openxmlformats.org/officeDocument/2006/relationships/notesSlide" Target="/ppt/notesSlides/notesSlide2.xml" Id="R46426a2a927540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83ba3da004230" /><Relationship Type="http://schemas.openxmlformats.org/officeDocument/2006/relationships/notesSlide" Target="/ppt/notesSlides/notesSlide3.xml" Id="Rca47e04dceff46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069af2d994df6" /><Relationship Type="http://schemas.openxmlformats.org/officeDocument/2006/relationships/image" Target="/ppt/media/image.jpeg" Id="R11e0ec4808274e58" /><Relationship Type="http://schemas.openxmlformats.org/officeDocument/2006/relationships/notesSlide" Target="/ppt/notesSlides/notesSlide4.xml" Id="R95be9d6073b646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75e2ec621460f" /><Relationship Type="http://schemas.openxmlformats.org/officeDocument/2006/relationships/image" Target="/ppt/media/image2.jpeg" Id="Re7df31139e1a430e" /><Relationship Type="http://schemas.openxmlformats.org/officeDocument/2006/relationships/notesSlide" Target="/ppt/notesSlides/notesSlide5.xml" Id="R10c03bdc5d8743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22bfe89d24393" /><Relationship Type="http://schemas.openxmlformats.org/officeDocument/2006/relationships/image" Target="/ppt/media/image3.jpeg" Id="Reaecced6cd8040e3" /><Relationship Type="http://schemas.openxmlformats.org/officeDocument/2006/relationships/notesSlide" Target="/ppt/notesSlides/notesSlide6.xml" Id="R6eb5254ea1b049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d87069aee49b9" /><Relationship Type="http://schemas.openxmlformats.org/officeDocument/2006/relationships/image" Target="/ppt/media/image4.jpeg" Id="R48a5fb3fc44842b9" /><Relationship Type="http://schemas.openxmlformats.org/officeDocument/2006/relationships/notesSlide" Target="/ppt/notesSlides/notesSlide7.xml" Id="R73d249d8128c44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6eb2ecee949a1" /><Relationship Type="http://schemas.openxmlformats.org/officeDocument/2006/relationships/image" Target="/ppt/media/image5.jpeg" Id="Rbb7d03659e1f41ff" /><Relationship Type="http://schemas.openxmlformats.org/officeDocument/2006/relationships/notesSlide" Target="/ppt/notesSlides/notesSlide8.xml" Id="R3fef63c0af4443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e495fbc324dcf" /><Relationship Type="http://schemas.openxmlformats.org/officeDocument/2006/relationships/image" Target="/ppt/media/image6.jpeg" Id="R415eab72febc4d05" /><Relationship Type="http://schemas.openxmlformats.org/officeDocument/2006/relationships/notesSlide" Target="/ppt/notesSlides/notesSlide9.xml" Id="R1c92577b4f4c41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2d305b2b84f2d" /><Relationship Type="http://schemas.openxmlformats.org/officeDocument/2006/relationships/image" Target="/ppt/media/image7.jpeg" Id="Ra0607f516ff14531" /><Relationship Type="http://schemas.openxmlformats.org/officeDocument/2006/relationships/notesSlide" Target="/ppt/notesSlides/notesSlide10.xml" Id="R47797277e77345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228d3aaaf4096" /><Relationship Type="http://schemas.openxmlformats.org/officeDocument/2006/relationships/image" Target="/ppt/media/image8.jpeg" Id="R0c9a5f01d3e64b27" /><Relationship Type="http://schemas.openxmlformats.org/officeDocument/2006/relationships/notesSlide" Target="/ppt/notesSlides/notesSlide11.xml" Id="Ra0da8d32149846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1f4e3717e42b1" /><Relationship Type="http://schemas.openxmlformats.org/officeDocument/2006/relationships/image" Target="/ppt/media/image9.jpeg" Id="R469b6ebc38fc4b15" /><Relationship Type="http://schemas.openxmlformats.org/officeDocument/2006/relationships/notesSlide" Target="/ppt/notesSlides/notesSlide12.xml" Id="R6a2837de989049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c04645a0648ef" /><Relationship Type="http://schemas.openxmlformats.org/officeDocument/2006/relationships/image" Target="/ppt/media/image10.jpeg" Id="Rc73276a5b8674333" /><Relationship Type="http://schemas.openxmlformats.org/officeDocument/2006/relationships/notesSlide" Target="/ppt/notesSlides/notesSlide13.xml" Id="Re5402450a8954c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b8105417646d7" /><Relationship Type="http://schemas.openxmlformats.org/officeDocument/2006/relationships/image" Target="/ppt/media/image11.jpeg" Id="R4e2d7c92bc384e01" /><Relationship Type="http://schemas.openxmlformats.org/officeDocument/2006/relationships/notesSlide" Target="/ppt/notesSlides/notesSlide14.xml" Id="Rc34a23585e5045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02476c2ae4286" /><Relationship Type="http://schemas.openxmlformats.org/officeDocument/2006/relationships/image" Target="/ppt/media/image12.jpeg" Id="R651415cf43c94123" /><Relationship Type="http://schemas.openxmlformats.org/officeDocument/2006/relationships/notesSlide" Target="/ppt/notesSlides/notesSlide15.xml" Id="Rccf088bc9bae41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3734625104b60" /><Relationship Type="http://schemas.openxmlformats.org/officeDocument/2006/relationships/notesSlide" Target="/ppt/notesSlides/notesSlide16.xml" Id="Re51ebfce820e42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an existing practitioner listing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1/16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443e9fd8b4fb8"/>
          <a:stretch xmlns:a="http://schemas.openxmlformats.org/drawingml/2006/main"/>
        </p:blipFill>
        <p:spPr>
          <a:xfrm xmlns:a="http://schemas.openxmlformats.org/drawingml/2006/main">
            <a:off x="1476375" y="3078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Update approved practitioner information, save it safely, clear the applicable cache, and verify the live result.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15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•  Live website  •  Full-screen version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role: Editor or Administrator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2/16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EDITOR OR ADMINISTRATOR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Editor is enough for this task.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953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you do not know your role, stop and ask Blue Nova before editing.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Confirm the live login address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3/16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LIVE WORDPRESS LOGIN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rebekahspureliving.com/wp-admin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91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Confirm this live address before making a change.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All Medical Practicioners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0ec4808274e58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227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2770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2894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4-box">
            <a:extLst xmlns:a="http://schemas.openxmlformats.org/drawingml/2006/main">
              <a:ext uri="{FF2B5EF4-FFF2-40B4-BE49-F238E27FC236}">
                <a16:creationId xmlns:a16="http://schemas.microsoft.com/office/drawing/2014/main" id="{749CC583-2ADA-4B0C-B07C-A70D394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61937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4-heading">
            <a:extLst xmlns:a="http://schemas.openxmlformats.org/drawingml/2006/main">
              <a:ext uri="{FF2B5EF4-FFF2-40B4-BE49-F238E27FC236}">
                <a16:creationId xmlns:a16="http://schemas.microsoft.com/office/drawing/2014/main" id="{7F25953F-4AE7-4F02-A289-F98AEE3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7908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4-body">
            <a:extLst xmlns:a="http://schemas.openxmlformats.org/drawingml/2006/main">
              <a:ext uri="{FF2B5EF4-FFF2-40B4-BE49-F238E27FC236}">
                <a16:creationId xmlns:a16="http://schemas.microsoft.com/office/drawing/2014/main" id="{10B576F1-08BF-4DE2-87D4-C0B5EEA2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248025"/>
            <a:ext cx="28765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Click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Click All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Search by name if needed.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43481F9-834A-47E5-A325-0D101CB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068E14-D72B-4670-9452-CF258107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Find the correct record and choose Edit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A2EA29D7-2ACD-4B7D-B5AA-1C15AF0D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8E1E140-201E-4AE7-87C0-370AB94F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39B4467-816E-4759-B376-76FF60E7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711B8736-D096-4EFF-AEE5-0F93BC61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f31139e1a430e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8395BCD8-3491-4343-A080-48E0EBF2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C29A73A6-4AE6-4794-8732-2A096D4A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F7B89A-4DF5-4CDD-8967-44420CBA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edit-cue-box">
            <a:extLst xmlns:a="http://schemas.openxmlformats.org/drawingml/2006/main">
              <a:ext uri="{FF2B5EF4-FFF2-40B4-BE49-F238E27FC236}">
                <a16:creationId xmlns:a16="http://schemas.microsoft.com/office/drawing/2014/main" id="{3DC60729-98AB-419F-8670-5757E712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edit-cue-instruction">
            <a:extLst xmlns:a="http://schemas.openxmlformats.org/drawingml/2006/main">
              <a:ext uri="{FF2B5EF4-FFF2-40B4-BE49-F238E27FC236}">
                <a16:creationId xmlns:a16="http://schemas.microsoft.com/office/drawing/2014/main" id="{FD1E51B8-97FF-43CA-A0FF-764F379A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209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Find the correct row.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Hover over it.</a:t>
            </a:r>
          </a:p>
        </p:txBody>
      </p:sp>
      <p:sp>
        <p:nvSpPr>
          <p:cNvPr id="15" name="edit-cue-action">
            <a:extLst xmlns:a="http://schemas.openxmlformats.org/drawingml/2006/main">
              <a:ext uri="{FF2B5EF4-FFF2-40B4-BE49-F238E27FC236}">
                <a16:creationId xmlns:a16="http://schemas.microsoft.com/office/drawing/2014/main" id="{686BEBBF-4C0E-4C8C-8C1A-8A824FA3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Edit.</a:t>
            </a:r>
          </a:p>
        </p:txBody>
      </p:sp>
    </p:spTree>
    <p:extLst>
      <p:ext uri="{BB962C8B-B14F-4D97-AF65-F5344CB8AC3E}">
        <p14:creationId xmlns:p14="http://schemas.microsoft.com/office/powerpoint/2010/main" val="431080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E9E6FA6-B0B0-40DA-91DB-89CD893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D9CA27-6EA9-421D-A76B-D742963A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Medical Practicioner Fields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1293AF6-FE7C-4032-99E0-26FF5664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05B85BF-E489-47F0-835C-A81B478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3589C4-D9D5-43D2-BB71-AC30A6C0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6/16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2558B131-DB65-4EB2-87A5-1F26D7B9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cced6cd8040e3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2FF21450-62B5-4892-94A6-FF0CFC65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797171"/>
            <a:ext cx="11890629" cy="4787646"/>
          </a:xfrm>
          <a:prstGeom xmlns:a="http://schemas.openxmlformats.org/drawingml/2006/main" prst="roundRect">
            <a:avLst>
              <a:gd name="adj" fmla="val 1592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98F40A2C-7F3E-46BB-9626-D4B8B6A2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3997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734B08F6-49C9-4F2C-A153-275607E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46379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6-box">
            <a:extLst xmlns:a="http://schemas.openxmlformats.org/drawingml/2006/main">
              <a:ext uri="{FF2B5EF4-FFF2-40B4-BE49-F238E27FC236}">
                <a16:creationId xmlns:a16="http://schemas.microsoft.com/office/drawing/2014/main" id="{6BCAB271-1F81-4B56-B476-704BFBC6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6-heading">
            <a:extLst xmlns:a="http://schemas.openxmlformats.org/drawingml/2006/main">
              <a:ext uri="{FF2B5EF4-FFF2-40B4-BE49-F238E27FC236}">
                <a16:creationId xmlns:a16="http://schemas.microsoft.com/office/drawing/2014/main" id="{A50D89C6-9780-40E8-AB8A-4A91D56B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6-body">
            <a:extLst xmlns:a="http://schemas.openxmlformats.org/drawingml/2006/main">
              <a:ext uri="{FF2B5EF4-FFF2-40B4-BE49-F238E27FC236}">
                <a16:creationId xmlns:a16="http://schemas.microsoft.com/office/drawing/2014/main" id="{EEE3997E-FC18-439D-B505-AF6CF1E1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Scroll to Meta Boxes.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Open Medical Practicioner fields.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Stop if you do not see them.</a:t>
            </a:r>
          </a:p>
        </p:txBody>
      </p:sp>
    </p:spTree>
    <p:extLst>
      <p:ext uri="{BB962C8B-B14F-4D97-AF65-F5344CB8AC3E}">
        <p14:creationId xmlns:p14="http://schemas.microsoft.com/office/powerpoint/2010/main" val="1169685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Choose only approved service categories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7/16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5fb3fc44842b9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65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908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032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7-box">
            <a:extLst xmlns:a="http://schemas.openxmlformats.org/drawingml/2006/main">
              <a:ext uri="{FF2B5EF4-FFF2-40B4-BE49-F238E27FC236}">
                <a16:creationId xmlns:a16="http://schemas.microsoft.com/office/drawing/2014/main" id="{0F19B1DB-3B3B-49C1-80BC-96FCE752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7-heading">
            <a:extLst xmlns:a="http://schemas.openxmlformats.org/drawingml/2006/main">
              <a:ext uri="{FF2B5EF4-FFF2-40B4-BE49-F238E27FC236}">
                <a16:creationId xmlns:a16="http://schemas.microsoft.com/office/drawing/2014/main" id="{82F39FEE-796F-4780-ABB1-8EFCF569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7-body">
            <a:extLst xmlns:a="http://schemas.openxmlformats.org/drawingml/2006/main">
              <a:ext uri="{FF2B5EF4-FFF2-40B4-BE49-F238E27FC236}">
                <a16:creationId xmlns:a16="http://schemas.microsoft.com/office/drawing/2014/main" id="{7B905C5E-FC7C-4CAF-A6DE-D492D9B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Find Medical Service.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Check the approved category.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Uncheck incorrect categories.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0A95A64-F5B0-44B7-9713-BC9E41B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6BB6CA-56ED-40B6-9A1E-E8FBC17A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the practice and public name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77B59FE8-443D-4492-91EA-9E45046E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85D188C-EA31-40E0-9586-75A69608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F027A5-28D3-461C-BA9A-EF4A5120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8/16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027E7F89-40CF-47A4-A8F5-1AB624BB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d03659e1f41ff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181649F0-E664-40C2-9EB4-38F151F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08F3D016-7D5B-488B-A5BC-3EF8D50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2435039D-3438-4B61-AF0F-5F3E0110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8-box">
            <a:extLst xmlns:a="http://schemas.openxmlformats.org/drawingml/2006/main">
              <a:ext uri="{FF2B5EF4-FFF2-40B4-BE49-F238E27FC236}">
                <a16:creationId xmlns:a16="http://schemas.microsoft.com/office/drawing/2014/main" id="{F533EB29-2E4A-455E-AB83-2CA68715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8-heading">
            <a:extLst xmlns:a="http://schemas.openxmlformats.org/drawingml/2006/main">
              <a:ext uri="{FF2B5EF4-FFF2-40B4-BE49-F238E27FC236}">
                <a16:creationId xmlns:a16="http://schemas.microsoft.com/office/drawing/2014/main" id="{8563A368-8E5F-4070-B59B-ED6A2C73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8-body">
            <a:extLst xmlns:a="http://schemas.openxmlformats.org/drawingml/2006/main">
              <a:ext uri="{FF2B5EF4-FFF2-40B4-BE49-F238E27FC236}">
                <a16:creationId xmlns:a16="http://schemas.microsoft.com/office/drawing/2014/main" id="{6B60E56E-3903-43F7-9E43-44208304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Update Medical Center.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Update Full Name.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Match the approved spelling.</a:t>
            </a:r>
          </a:p>
        </p:txBody>
      </p:sp>
    </p:spTree>
    <p:extLst>
      <p:ext uri="{BB962C8B-B14F-4D97-AF65-F5344CB8AC3E}">
        <p14:creationId xmlns:p14="http://schemas.microsoft.com/office/powerpoint/2010/main" val="557156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Edit the description in Visual mode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9/16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eab72febc4d05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483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026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149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9-box">
            <a:extLst xmlns:a="http://schemas.openxmlformats.org/drawingml/2006/main">
              <a:ext uri="{FF2B5EF4-FFF2-40B4-BE49-F238E27FC236}">
                <a16:creationId xmlns:a16="http://schemas.microsoft.com/office/drawing/2014/main" id="{4ABC69C6-DAD4-4F33-9D0B-71C0042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9-heading">
            <a:extLst xmlns:a="http://schemas.openxmlformats.org/drawingml/2006/main">
              <a:ext uri="{FF2B5EF4-FFF2-40B4-BE49-F238E27FC236}">
                <a16:creationId xmlns:a16="http://schemas.microsoft.com/office/drawing/2014/main" id="{A67D71E3-0150-41E7-8E63-2A3F778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9-body">
            <a:extLst xmlns:a="http://schemas.openxmlformats.org/drawingml/2006/main">
              <a:ext uri="{FF2B5EF4-FFF2-40B4-BE49-F238E27FC236}">
                <a16:creationId xmlns:a16="http://schemas.microsoft.com/office/drawing/2014/main" id="{7902B29C-2B93-41ED-ABA6-92C8BE4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Select Visual.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Replace the approved description.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Keep the paragraph breaks.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only approved public contact details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10/16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07f516ff14531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287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829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3953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0-box">
            <a:extLst xmlns:a="http://schemas.openxmlformats.org/drawingml/2006/main">
              <a:ext uri="{FF2B5EF4-FFF2-40B4-BE49-F238E27FC236}">
                <a16:creationId xmlns:a16="http://schemas.microsoft.com/office/drawing/2014/main" id="{47D5217A-E42C-4ADF-9103-30D5116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0-heading">
            <a:extLst xmlns:a="http://schemas.openxmlformats.org/drawingml/2006/main">
              <a:ext uri="{FF2B5EF4-FFF2-40B4-BE49-F238E27FC236}">
                <a16:creationId xmlns:a16="http://schemas.microsoft.com/office/drawing/2014/main" id="{780B9F1D-0BB3-4C1A-B929-5C80B4BF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0-body">
            <a:extLst xmlns:a="http://schemas.openxmlformats.org/drawingml/2006/main">
              <a:ext uri="{FF2B5EF4-FFF2-40B4-BE49-F238E27FC236}">
                <a16:creationId xmlns:a16="http://schemas.microsoft.com/office/drawing/2014/main" id="{59DF0A13-2632-4088-9ED5-479F2E0A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Add only approved public details.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Test every link.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Remove outdated contact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Review every field you changed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11/16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a5f01d3e64b27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1-box">
            <a:extLst xmlns:a="http://schemas.openxmlformats.org/drawingml/2006/main">
              <a:ext uri="{FF2B5EF4-FFF2-40B4-BE49-F238E27FC236}">
                <a16:creationId xmlns:a16="http://schemas.microsoft.com/office/drawing/2014/main" id="{675C4915-8EB7-4966-8DF8-3A318ACC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1-heading">
            <a:extLst xmlns:a="http://schemas.openxmlformats.org/drawingml/2006/main">
              <a:ext uri="{FF2B5EF4-FFF2-40B4-BE49-F238E27FC236}">
                <a16:creationId xmlns:a16="http://schemas.microsoft.com/office/drawing/2014/main" id="{DB8BA70E-1E1C-42FF-8AD2-9CCC11C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1-body">
            <a:extLst xmlns:a="http://schemas.openxmlformats.org/drawingml/2006/main">
              <a:ext uri="{FF2B5EF4-FFF2-40B4-BE49-F238E27FC236}">
                <a16:creationId xmlns:a16="http://schemas.microsoft.com/office/drawing/2014/main" id="{EF2C2CC5-DFDA-44D3-88A6-EB8D397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Re-read every changed field.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Compare with the approved information.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Fix errors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Select Save once—and wait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12/16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b6ebc38fc4b15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990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41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2-box">
            <a:extLst xmlns:a="http://schemas.openxmlformats.org/drawingml/2006/main">
              <a:ext uri="{FF2B5EF4-FFF2-40B4-BE49-F238E27FC236}">
                <a16:creationId xmlns:a16="http://schemas.microsoft.com/office/drawing/2014/main" id="{AE96A1A7-2080-4A02-92EC-C234016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2-heading">
            <a:extLst xmlns:a="http://schemas.openxmlformats.org/drawingml/2006/main">
              <a:ext uri="{FF2B5EF4-FFF2-40B4-BE49-F238E27FC236}">
                <a16:creationId xmlns:a16="http://schemas.microsoft.com/office/drawing/2014/main" id="{8659E305-1C06-41F7-B96B-24B1D38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2-body">
            <a:extLst xmlns:a="http://schemas.openxmlformats.org/drawingml/2006/main">
              <a:ext uri="{FF2B5EF4-FFF2-40B4-BE49-F238E27FC236}">
                <a16:creationId xmlns:a16="http://schemas.microsoft.com/office/drawing/2014/main" id="{85081FAA-0F62-48F5-A83B-901A83C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Click Save once.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Wait for confirmation.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Do not click repeatedly.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Clear only the record’s applicable cache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13/16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276a5b8674333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cache-cue-box">
            <a:extLst xmlns:a="http://schemas.openxmlformats.org/drawingml/2006/main">
              <a:ext uri="{FF2B5EF4-FFF2-40B4-BE49-F238E27FC236}">
                <a16:creationId xmlns:a16="http://schemas.microsoft.com/office/drawing/2014/main" id="{63AE86B5-DAA9-4BC6-B2FB-5231AF0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cache-cue-instruction">
            <a:extLst xmlns:a="http://schemas.openxmlformats.org/drawingml/2006/main">
              <a:ext uri="{FF2B5EF4-FFF2-40B4-BE49-F238E27FC236}">
                <a16:creationId xmlns:a16="http://schemas.microsoft.com/office/drawing/2014/main" id="{CC0FB520-EB88-4FF0-929C-7722B70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209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Return to the practitioner list.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Hover over the same row.</a:t>
            </a:r>
          </a:p>
        </p:txBody>
      </p:sp>
      <p:sp>
        <p:nvSpPr>
          <p:cNvPr id="15" name="cache-cue-action">
            <a:extLst xmlns:a="http://schemas.openxmlformats.org/drawingml/2006/main">
              <a:ext uri="{FF2B5EF4-FFF2-40B4-BE49-F238E27FC236}">
                <a16:creationId xmlns:a16="http://schemas.microsoft.com/office/drawing/2014/main" id="{B6D5F10A-0932-45CB-82F5-1F7B55C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Clear Cache.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Verify the exact public directory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d7c92bc384e01"/>
          <a:stretch xmlns:a="http://schemas.openxmlformats.org/drawingml/2006/main"/>
        </p:blipFill>
        <p:spPr>
          <a:xfrm xmlns:a="http://schemas.openxmlformats.org/drawingml/2006/main">
            <a:off x="1381735" y="1398630"/>
            <a:ext cx="15524531" cy="801361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580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123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350" y="3247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4-box">
            <a:extLst xmlns:a="http://schemas.openxmlformats.org/drawingml/2006/main">
              <a:ext uri="{FF2B5EF4-FFF2-40B4-BE49-F238E27FC236}">
                <a16:creationId xmlns:a16="http://schemas.microsoft.com/office/drawing/2014/main" id="{6DC89904-0505-4186-A6F9-DE14575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572500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14" name="written-steps-s14-heading">
            <a:extLst xmlns:a="http://schemas.openxmlformats.org/drawingml/2006/main">
              <a:ext uri="{FF2B5EF4-FFF2-40B4-BE49-F238E27FC236}">
                <a16:creationId xmlns:a16="http://schemas.microsoft.com/office/drawing/2014/main" id="{E56D5C24-D474-49BD-8D23-ABC67D4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6487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4C3C"/>
                </a:solidFill>
              </a:defRPr>
            </a:pPr>
            <a:r>
              <a:rPr sz="1125" b="1">
                <a:solidFill>
                  <a:srgbClr val="174C3C"/>
                </a:solidFill>
              </a:rPr>
              <a:t>WRITTEN CHECK</a:t>
            </a:r>
          </a:p>
        </p:txBody>
      </p:sp>
      <p:sp>
        <p:nvSpPr>
          <p:cNvPr id="15" name="written-steps-s14-body">
            <a:extLst xmlns:a="http://schemas.openxmlformats.org/drawingml/2006/main">
              <a:ext uri="{FF2B5EF4-FFF2-40B4-BE49-F238E27FC236}">
                <a16:creationId xmlns:a16="http://schemas.microsoft.com/office/drawing/2014/main" id="{8D41BF83-9913-4A25-8265-FF672CF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88963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1. Search the name.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2. Confirm the public details.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3. Check the links.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the full listing and check a phone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415cf43c94123"/>
          <a:stretch xmlns:a="http://schemas.openxmlformats.org/drawingml/2006/main"/>
        </p:blipFill>
        <p:spPr>
          <a:xfrm xmlns:a="http://schemas.openxmlformats.org/drawingml/2006/main">
            <a:off x="1381735" y="990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990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836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5-box">
            <a:extLst xmlns:a="http://schemas.openxmlformats.org/drawingml/2006/main">
              <a:ext uri="{FF2B5EF4-FFF2-40B4-BE49-F238E27FC236}">
                <a16:creationId xmlns:a16="http://schemas.microsoft.com/office/drawing/2014/main" id="{95F7E925-0EF7-4F1A-9828-BF8ECBF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6191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5-heading">
            <a:extLst xmlns:a="http://schemas.openxmlformats.org/drawingml/2006/main">
              <a:ext uri="{FF2B5EF4-FFF2-40B4-BE49-F238E27FC236}">
                <a16:creationId xmlns:a16="http://schemas.microsoft.com/office/drawing/2014/main" id="{14D4D90E-89F6-47C7-9D04-00F1043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43200"/>
            <a:ext cx="577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5-body">
            <a:extLst xmlns:a="http://schemas.openxmlformats.org/drawingml/2006/main">
              <a:ext uri="{FF2B5EF4-FFF2-40B4-BE49-F238E27FC236}">
                <a16:creationId xmlns:a16="http://schemas.microsoft.com/office/drawing/2014/main" id="{CC6F111D-F8F6-4BF7-B6D2-F9566B6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00400"/>
            <a:ext cx="57340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1. Click View full listing.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2. Check the full details and links.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3. Repeat the check on a phone.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Finish every edit with the same three checks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16/16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SAVE  →  CLEAR THE APPLICABLE CACHE  →  VERIFY THE EXACT PUBLIC PAGE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Check the result on desktop and phone.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43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any check fails, take a screenshot and contact Blue Nova before changing anything again.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2026-09-01T14:51:37.7650000Z</dcterms:created>
  <dcterms:modified xsi:type="dcterms:W3CDTF">2026-09-01T14:51:37.7650000Z</dcterms:modified>
</coreProperties>
</file>