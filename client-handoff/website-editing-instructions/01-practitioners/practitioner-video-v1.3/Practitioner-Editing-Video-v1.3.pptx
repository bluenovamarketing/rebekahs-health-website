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37939e32834c99" /><Relationship Type="http://schemas.openxmlformats.org/officeDocument/2006/relationships/extended-properties" Target="/docProps/app.xml" Id="Rab8aa45cf8fd4ccc" /><Relationship Type="http://schemas.openxmlformats.org/officeDocument/2006/relationships/officeDocument" Target="/ppt/presentation.xml" Id="Rcde19a5583a840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9e4ae982124c13"/>
  </p:sldMasterIdLst>
  <p:notesMasterIdLst>
    <p:notesMasterId xmlns:r="http://schemas.openxmlformats.org/officeDocument/2006/relationships" r:id="R0eaddb1d783d413e"/>
  </p:notesMasterIdLst>
  <p:sldIdLst>
    <p:sldId xmlns:r="http://schemas.openxmlformats.org/officeDocument/2006/relationships" id="256" r:id="Rbc98e8ab788940da"/>
    <p:sldId xmlns:r="http://schemas.openxmlformats.org/officeDocument/2006/relationships" id="257" r:id="R1bd63b76d4f14cb4"/>
    <p:sldId xmlns:r="http://schemas.openxmlformats.org/officeDocument/2006/relationships" id="258" r:id="R1a9c340a2b9440e7"/>
    <p:sldId xmlns:r="http://schemas.openxmlformats.org/officeDocument/2006/relationships" id="259" r:id="Rc3dd3eb1f98447c4"/>
    <p:sldId xmlns:r="http://schemas.openxmlformats.org/officeDocument/2006/relationships" id="260" r:id="Rb995ea3d002a40e0"/>
    <p:sldId xmlns:r="http://schemas.openxmlformats.org/officeDocument/2006/relationships" id="261" r:id="Rfc56e91c62e34f35"/>
    <p:sldId xmlns:r="http://schemas.openxmlformats.org/officeDocument/2006/relationships" id="262" r:id="Rde8d25e0accc4871"/>
    <p:sldId xmlns:r="http://schemas.openxmlformats.org/officeDocument/2006/relationships" id="263" r:id="R1720bf802c504a2c"/>
    <p:sldId xmlns:r="http://schemas.openxmlformats.org/officeDocument/2006/relationships" id="264" r:id="R7f0ca2da416f45a4"/>
    <p:sldId xmlns:r="http://schemas.openxmlformats.org/officeDocument/2006/relationships" id="265" r:id="Rba2e50c80e3743b9"/>
    <p:sldId xmlns:r="http://schemas.openxmlformats.org/officeDocument/2006/relationships" id="266" r:id="Rebfef41e0add4fbf"/>
    <p:sldId xmlns:r="http://schemas.openxmlformats.org/officeDocument/2006/relationships" id="267" r:id="R712b54d687aa402e"/>
    <p:sldId xmlns:r="http://schemas.openxmlformats.org/officeDocument/2006/relationships" id="268" r:id="R13ebda21431d4af7"/>
    <p:sldId xmlns:r="http://schemas.openxmlformats.org/officeDocument/2006/relationships" id="269" r:id="R3885ef5127a44ff5"/>
    <p:sldId xmlns:r="http://schemas.openxmlformats.org/officeDocument/2006/relationships" id="270" r:id="Rd61fa8c2c42b47b6"/>
    <p:sldId xmlns:r="http://schemas.openxmlformats.org/officeDocument/2006/relationships" id="271" r:id="R132f451b8d1c4ba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bf17e68b9d4f03" /><Relationship Type="http://schemas.openxmlformats.org/officeDocument/2006/relationships/slideMaster" Target="/ppt/slideMasters/slideMaster1.xml" Id="Rb19e4ae982124c13" /><Relationship Type="http://schemas.openxmlformats.org/officeDocument/2006/relationships/notesMaster" Target="/ppt/notesMasters/notesMaster1.xml" Id="R0eaddb1d783d413e" /><Relationship Type="http://schemas.openxmlformats.org/officeDocument/2006/relationships/presProps" Target="/ppt/presProps.xml" Id="Rab74459f82c242bc" /><Relationship Type="http://schemas.openxmlformats.org/officeDocument/2006/relationships/tableStyles" Target="/ppt/tableStyles.xml" Id="R8ac0c21096d3442c" /><Relationship Type="http://schemas.openxmlformats.org/officeDocument/2006/relationships/slide" Target="/ppt/slides/slide1.xml" Id="Rbc98e8ab788940da" /><Relationship Type="http://schemas.openxmlformats.org/officeDocument/2006/relationships/slide" Target="/ppt/slides/slide2.xml" Id="R1bd63b76d4f14cb4" /><Relationship Type="http://schemas.openxmlformats.org/officeDocument/2006/relationships/slide" Target="/ppt/slides/slide3.xml" Id="R1a9c340a2b9440e7" /><Relationship Type="http://schemas.openxmlformats.org/officeDocument/2006/relationships/slide" Target="/ppt/slides/slide4.xml" Id="Rc3dd3eb1f98447c4" /><Relationship Type="http://schemas.openxmlformats.org/officeDocument/2006/relationships/slide" Target="/ppt/slides/slide5.xml" Id="Rb995ea3d002a40e0" /><Relationship Type="http://schemas.openxmlformats.org/officeDocument/2006/relationships/slide" Target="/ppt/slides/slide6.xml" Id="Rfc56e91c62e34f35" /><Relationship Type="http://schemas.openxmlformats.org/officeDocument/2006/relationships/slide" Target="/ppt/slides/slide7.xml" Id="Rde8d25e0accc4871" /><Relationship Type="http://schemas.openxmlformats.org/officeDocument/2006/relationships/slide" Target="/ppt/slides/slide8.xml" Id="R1720bf802c504a2c" /><Relationship Type="http://schemas.openxmlformats.org/officeDocument/2006/relationships/slide" Target="/ppt/slides/slide9.xml" Id="R7f0ca2da416f45a4" /><Relationship Type="http://schemas.openxmlformats.org/officeDocument/2006/relationships/slide" Target="/ppt/slides/slide10.xml" Id="Rba2e50c80e3743b9" /><Relationship Type="http://schemas.openxmlformats.org/officeDocument/2006/relationships/slide" Target="/ppt/slides/slide11.xml" Id="Rebfef41e0add4fbf" /><Relationship Type="http://schemas.openxmlformats.org/officeDocument/2006/relationships/slide" Target="/ppt/slides/slide12.xml" Id="R712b54d687aa402e" /><Relationship Type="http://schemas.openxmlformats.org/officeDocument/2006/relationships/slide" Target="/ppt/slides/slide13.xml" Id="R13ebda21431d4af7" /><Relationship Type="http://schemas.openxmlformats.org/officeDocument/2006/relationships/slide" Target="/ppt/slides/slide14.xml" Id="R3885ef5127a44ff5" /><Relationship Type="http://schemas.openxmlformats.org/officeDocument/2006/relationships/slide" Target="/ppt/slides/slide15.xml" Id="Rd61fa8c2c42b47b6" /><Relationship Type="http://schemas.openxmlformats.org/officeDocument/2006/relationships/slide" Target="/ppt/slides/slide16.xml" Id="R132f451b8d1c4b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edbb6034454f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33007367444be0" /><Relationship Type="http://schemas.openxmlformats.org/officeDocument/2006/relationships/notesMaster" Target="/ppt/notesMasters/notesMaster1.xml" Id="R6785450634684b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65c7b1ba2c4015" /><Relationship Type="http://schemas.openxmlformats.org/officeDocument/2006/relationships/notesMaster" Target="/ppt/notesMasters/notesMaster1.xml" Id="Rc99d401aa2f242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083ea1f7e447d5" /><Relationship Type="http://schemas.openxmlformats.org/officeDocument/2006/relationships/notesMaster" Target="/ppt/notesMasters/notesMaster1.xml" Id="R8e890b3e0d6644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f80fcad0c14ab6" /><Relationship Type="http://schemas.openxmlformats.org/officeDocument/2006/relationships/notesMaster" Target="/ppt/notesMasters/notesMaster1.xml" Id="R4f3a21390abf45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187028bf2a4d4e" /><Relationship Type="http://schemas.openxmlformats.org/officeDocument/2006/relationships/notesMaster" Target="/ppt/notesMasters/notesMaster1.xml" Id="Ra61e2bd5295849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833576c7ba4ce7" /><Relationship Type="http://schemas.openxmlformats.org/officeDocument/2006/relationships/notesMaster" Target="/ppt/notesMasters/notesMaster1.xml" Id="R1df758d5eb5643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fb1a1eeb894fb5" /><Relationship Type="http://schemas.openxmlformats.org/officeDocument/2006/relationships/notesMaster" Target="/ppt/notesMasters/notesMaster1.xml" Id="R992237aa96b946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e8d1d173214cc6" /><Relationship Type="http://schemas.openxmlformats.org/officeDocument/2006/relationships/notesMaster" Target="/ppt/notesMasters/notesMaster1.xml" Id="Rd6be32a30d994c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847523c6664ba2" /><Relationship Type="http://schemas.openxmlformats.org/officeDocument/2006/relationships/notesMaster" Target="/ppt/notesMasters/notesMaster1.xml" Id="Rec1e13a692214a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f36aba13e44fab" /><Relationship Type="http://schemas.openxmlformats.org/officeDocument/2006/relationships/notesMaster" Target="/ppt/notesMasters/notesMaster1.xml" Id="Rce25a01c8b0c4e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a6647d30ea4acc" /><Relationship Type="http://schemas.openxmlformats.org/officeDocument/2006/relationships/notesMaster" Target="/ppt/notesMasters/notesMaster1.xml" Id="Rf4c84a2891af45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a8eced329f4224" /><Relationship Type="http://schemas.openxmlformats.org/officeDocument/2006/relationships/notesMaster" Target="/ppt/notesMasters/notesMaster1.xml" Id="Rdc4da1f3b6a24d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5d4012d87d4b3d" /><Relationship Type="http://schemas.openxmlformats.org/officeDocument/2006/relationships/notesMaster" Target="/ppt/notesMasters/notesMaster1.xml" Id="R089358d1c39545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6625efffca4473" /><Relationship Type="http://schemas.openxmlformats.org/officeDocument/2006/relationships/notesMaster" Target="/ppt/notesMasters/notesMaster1.xml" Id="Rd76aa768b9f04b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276d181cb84bc8" /><Relationship Type="http://schemas.openxmlformats.org/officeDocument/2006/relationships/notesMaster" Target="/ppt/notesMasters/notesMaster1.xml" Id="R3ff2610220e54b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f1b2443962465f" /><Relationship Type="http://schemas.openxmlformats.org/officeDocument/2006/relationships/notesMaster" Target="/ppt/notesMasters/notesMaster1.xml" Id="R95a75e87c6c14a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https://rebekahspureliving.com/practitioners/ (captured September 1,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9e292b9264f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14ceca7cef4fa7" /><Relationship Type="http://schemas.openxmlformats.org/officeDocument/2006/relationships/slideLayout" Target="/ppt/slideLayouts/slideLayout1.xml" Id="R9fbda48d9b9742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bda48d9b9742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0b3ed025843d0" /><Relationship Type="http://schemas.openxmlformats.org/officeDocument/2006/relationships/image" Target="/ppt/media/image.png" Id="R7756a77e14e8487a" /><Relationship Type="http://schemas.openxmlformats.org/officeDocument/2006/relationships/notesSlide" Target="/ppt/notesSlides/notesSlide1.xml" Id="R87b2cfb64ba249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47828ffbc4952" /><Relationship Type="http://schemas.openxmlformats.org/officeDocument/2006/relationships/notesSlide" Target="/ppt/notesSlides/notesSlide2.xml" Id="R92432633139e45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e42f83eef4bca" /><Relationship Type="http://schemas.openxmlformats.org/officeDocument/2006/relationships/notesSlide" Target="/ppt/notesSlides/notesSlide3.xml" Id="R75bdb6d465c54e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d87cfda124c1d" /><Relationship Type="http://schemas.openxmlformats.org/officeDocument/2006/relationships/image" Target="/ppt/media/image.jpeg" Id="R1e5551c2c3f24367" /><Relationship Type="http://schemas.openxmlformats.org/officeDocument/2006/relationships/notesSlide" Target="/ppt/notesSlides/notesSlide4.xml" Id="R791aeb4dd2b847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0eac867cc4418" /><Relationship Type="http://schemas.openxmlformats.org/officeDocument/2006/relationships/image" Target="/ppt/media/image2.jpeg" Id="R47f0ada8a2824798" /><Relationship Type="http://schemas.openxmlformats.org/officeDocument/2006/relationships/notesSlide" Target="/ppt/notesSlides/notesSlide5.xml" Id="R0c0923b886c34f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fc73ce190495c" /><Relationship Type="http://schemas.openxmlformats.org/officeDocument/2006/relationships/image" Target="/ppt/media/image3.jpeg" Id="R11b76e57156f48c2" /><Relationship Type="http://schemas.openxmlformats.org/officeDocument/2006/relationships/notesSlide" Target="/ppt/notesSlides/notesSlide6.xml" Id="Rddff4b8e703b42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2780ff4a04cd0" /><Relationship Type="http://schemas.openxmlformats.org/officeDocument/2006/relationships/image" Target="/ppt/media/image4.jpeg" Id="Rb455cddb1f524b53" /><Relationship Type="http://schemas.openxmlformats.org/officeDocument/2006/relationships/notesSlide" Target="/ppt/notesSlides/notesSlide7.xml" Id="Rb04cba8f589945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19713991443b1" /><Relationship Type="http://schemas.openxmlformats.org/officeDocument/2006/relationships/image" Target="/ppt/media/image5.jpeg" Id="Rc04652d1b735465c" /><Relationship Type="http://schemas.openxmlformats.org/officeDocument/2006/relationships/notesSlide" Target="/ppt/notesSlides/notesSlide8.xml" Id="R7cdd2fb0a0c34d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4cff3b99e466e" /><Relationship Type="http://schemas.openxmlformats.org/officeDocument/2006/relationships/image" Target="/ppt/media/image6.jpeg" Id="R9a1e0c5d15b241aa" /><Relationship Type="http://schemas.openxmlformats.org/officeDocument/2006/relationships/notesSlide" Target="/ppt/notesSlides/notesSlide9.xml" Id="R4eb895b63bf14a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dafac3075463f" /><Relationship Type="http://schemas.openxmlformats.org/officeDocument/2006/relationships/image" Target="/ppt/media/image7.jpeg" Id="Rfa65282f85454ab0" /><Relationship Type="http://schemas.openxmlformats.org/officeDocument/2006/relationships/notesSlide" Target="/ppt/notesSlides/notesSlide10.xml" Id="Rcb921c9551a148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5ef3aa6cc4f85" /><Relationship Type="http://schemas.openxmlformats.org/officeDocument/2006/relationships/image" Target="/ppt/media/image8.jpeg" Id="R830ddbe5105344ee" /><Relationship Type="http://schemas.openxmlformats.org/officeDocument/2006/relationships/notesSlide" Target="/ppt/notesSlides/notesSlide11.xml" Id="Rdf09083fcda44c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8ff47a8ae4762" /><Relationship Type="http://schemas.openxmlformats.org/officeDocument/2006/relationships/image" Target="/ppt/media/image9.jpeg" Id="R62960c58ae9b4b15" /><Relationship Type="http://schemas.openxmlformats.org/officeDocument/2006/relationships/notesSlide" Target="/ppt/notesSlides/notesSlide12.xml" Id="Ra07795b694d748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2d2bc149240d6" /><Relationship Type="http://schemas.openxmlformats.org/officeDocument/2006/relationships/image" Target="/ppt/media/image10.jpeg" Id="Ra0e12d62e76d4506" /><Relationship Type="http://schemas.openxmlformats.org/officeDocument/2006/relationships/notesSlide" Target="/ppt/notesSlides/notesSlide13.xml" Id="Ra2d76769ee8342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31699d2664cca" /><Relationship Type="http://schemas.openxmlformats.org/officeDocument/2006/relationships/image" Target="/ppt/media/image11.jpeg" Id="R6e27eb87bcc248b9" /><Relationship Type="http://schemas.openxmlformats.org/officeDocument/2006/relationships/notesSlide" Target="/ppt/notesSlides/notesSlide14.xml" Id="R78c21b98d4b246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666498e2f4ce2" /><Relationship Type="http://schemas.openxmlformats.org/officeDocument/2006/relationships/image" Target="/ppt/media/image12.jpeg" Id="R6673df2a67e449ee" /><Relationship Type="http://schemas.openxmlformats.org/officeDocument/2006/relationships/notesSlide" Target="/ppt/notesSlides/notesSlide15.xml" Id="Radfb66046c6647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489f7dd48421e" /><Relationship Type="http://schemas.openxmlformats.org/officeDocument/2006/relationships/notesSlide" Target="/ppt/notesSlides/notesSlide16.xml" Id="Rb7d9c6270bfd46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an existing practitioner listing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1/16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6a77e14e8487a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Update approved practitioner information, save it safely, clear the applicable cache, and verify the live result.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•  Live website  •  Full-screen version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role: Editor or Administrator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2/16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is enough for this task.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you do not know your role, stop and ask Blue Nova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Confirm the live login address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3/16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LIVE WORDPRESS LOGIN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Confirm this live address before making a change.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All Medical Practicioners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551c2c3f24367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43481F9-834A-47E5-A325-0D101CB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068E14-D72B-4670-9452-CF25810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Find the correct record and choose Edit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A2EA29D7-2ACD-4B7D-B5AA-1C15AF0D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8E1E140-201E-4AE7-87C0-370AB94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9B4467-816E-4759-B376-76FF60E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11B8736-D096-4EFF-AEE5-0F93BC6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0ada8a2824798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8395BCD8-3491-4343-A080-48E0EBF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C29A73A6-4AE6-4794-8732-2A096D4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F7B89A-4DF5-4CDD-8967-44420CB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edit-cue-box">
            <a:extLst xmlns:a="http://schemas.openxmlformats.org/drawingml/2006/main">
              <a:ext uri="{FF2B5EF4-FFF2-40B4-BE49-F238E27FC236}">
                <a16:creationId xmlns:a16="http://schemas.microsoft.com/office/drawing/2014/main" id="{3DC60729-98AB-419F-8670-5757E71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edit-cue-instruction">
            <a:extLst xmlns:a="http://schemas.openxmlformats.org/drawingml/2006/main">
              <a:ext uri="{FF2B5EF4-FFF2-40B4-BE49-F238E27FC236}">
                <a16:creationId xmlns:a16="http://schemas.microsoft.com/office/drawing/2014/main" id="{FD1E51B8-97FF-43CA-A0FF-764F379A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3336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42E"/>
                </a:solidFill>
              </a:defRPr>
            </a:pPr>
            <a:r>
              <a:rPr sz="1725" b="1">
                <a:solidFill>
                  <a:srgbClr val="26342E"/>
                </a:solidFill>
              </a:rPr>
              <a:t>HOVER OVER THE CORRECT ROW</a:t>
            </a:r>
          </a:p>
        </p:txBody>
      </p:sp>
      <p:sp>
        <p:nvSpPr>
          <p:cNvPr id="15" name="edit-cue-action">
            <a:extLst xmlns:a="http://schemas.openxmlformats.org/drawingml/2006/main">
              <a:ext uri="{FF2B5EF4-FFF2-40B4-BE49-F238E27FC236}">
                <a16:creationId xmlns:a16="http://schemas.microsoft.com/office/drawing/2014/main" id="{686BEBBF-4C0E-4C8C-8C1A-8A824FA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886075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4C3C"/>
                </a:solidFill>
              </a:defRPr>
            </a:pPr>
            <a:r>
              <a:rPr sz="2925" b="1">
                <a:solidFill>
                  <a:srgbClr val="174C3C"/>
                </a:solidFill>
              </a:rPr>
              <a:t>Then click Edit</a:t>
            </a:r>
          </a:p>
        </p:txBody>
      </p:sp>
    </p:spTree>
    <p:extLst>
      <p:ext uri="{BB962C8B-B14F-4D97-AF65-F5344CB8AC3E}">
        <p14:creationId xmlns:p14="http://schemas.microsoft.com/office/powerpoint/2010/main" val="431080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E9E6FA6-B0B0-40DA-91DB-89CD893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D9CA27-6EA9-421D-A76B-D742963A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Medical Practicioner Fields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1293AF6-FE7C-4032-99E0-26FF5664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05B85BF-E489-47F0-835C-A81B478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3589C4-D9D5-43D2-BB71-AC30A6C0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6/16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2558B131-DB65-4EB2-87A5-1F26D7B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76e57156f48c2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2FF21450-62B5-4892-94A6-FF0CFC65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797171"/>
            <a:ext cx="11890629" cy="4787646"/>
          </a:xfrm>
          <a:prstGeom xmlns:a="http://schemas.openxmlformats.org/drawingml/2006/main" prst="roundRect">
            <a:avLst>
              <a:gd name="adj" fmla="val 1592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98F40A2C-7F3E-46BB-9626-D4B8B6A2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3997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734B08F6-49C9-4F2C-A153-275607E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46379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169685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only approved service categories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7/16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5cddb1f524b53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0A95A64-F5B0-44B7-9713-BC9E41B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6BB6CA-56ED-40B6-9A1E-E8FBC17A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the practice and public name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77B59FE8-443D-4492-91EA-9E45046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85D188C-EA31-40E0-9586-75A69608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F027A5-28D3-461C-BA9A-EF4A512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8/16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027E7F89-40CF-47A4-A8F5-1AB624B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652d1b735465c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181649F0-E664-40C2-9EB4-38F151F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08F3D016-7D5B-488B-A5BC-3EF8D50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2435039D-3438-4B61-AF0F-5F3E0110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557156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Edit the description in Visual mode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9/16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e0c5d15b241aa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only approved public contact details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10/16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5282f85454ab0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Review every field you changed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11/16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ddbe5105344ee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Select Save once—and wait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12/16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60c58ae9b4b15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Clear only the record’s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13/16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12d62e76d4506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3336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42E"/>
                </a:solidFill>
              </a:defRPr>
            </a:pPr>
            <a:r>
              <a:rPr sz="1725" b="1">
                <a:solidFill>
                  <a:srgbClr val="26342E"/>
                </a:solidFill>
              </a:rPr>
              <a:t>HOVER OVER THE CORRECT ROW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886075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Then click Clear Cache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exact public directory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7eb87bcc248b9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the full listing and check a phone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3df2a67e449ee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Finish every edit with the same three checks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16/16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SAVE  →  CLEAR THE APPLICABLE CACHE  →  VERIFY THE EXACT PUBLIC PAGE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Check the result on desktop and phone.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any check fails, take a screenshot and contact Blue Nova before changing anything again.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2026-09-01T11:41:30.5530000Z</dcterms:created>
  <dcterms:modified xsi:type="dcterms:W3CDTF">2026-09-01T11:41:30.5530000Z</dcterms:modified>
</coreProperties>
</file>