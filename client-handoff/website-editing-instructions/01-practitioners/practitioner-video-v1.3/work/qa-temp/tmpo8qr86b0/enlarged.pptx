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ab8aa45cf8fd4ccc" Type="http://schemas.openxmlformats.org/officeDocument/2006/relationships/extended-properties" Target="docProps/app.xml"/><Relationship Id="Rcde19a5583a84060" Type="http://schemas.openxmlformats.org/officeDocument/2006/relationships/officeDocument" Target="ppt/presentation.xml"/><Relationship Id="Re437939e32834c99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9e4ae982124c13"/>
  </p:sldMasterIdLst>
  <p:notesMasterIdLst>
    <p:notesMasterId xmlns:r="http://schemas.openxmlformats.org/officeDocument/2006/relationships" r:id="R0eaddb1d783d413e"/>
  </p:notesMasterIdLst>
  <p:sldIdLst>
    <p:sldId xmlns:r="http://schemas.openxmlformats.org/officeDocument/2006/relationships" id="256" r:id="Rbc98e8ab788940da"/>
    <p:sldId xmlns:r="http://schemas.openxmlformats.org/officeDocument/2006/relationships" id="257" r:id="R1bd63b76d4f14cb4"/>
    <p:sldId xmlns:r="http://schemas.openxmlformats.org/officeDocument/2006/relationships" id="258" r:id="R1a9c340a2b9440e7"/>
    <p:sldId xmlns:r="http://schemas.openxmlformats.org/officeDocument/2006/relationships" id="259" r:id="Rc3dd3eb1f98447c4"/>
    <p:sldId xmlns:r="http://schemas.openxmlformats.org/officeDocument/2006/relationships" id="260" r:id="Rb995ea3d002a40e0"/>
    <p:sldId xmlns:r="http://schemas.openxmlformats.org/officeDocument/2006/relationships" id="261" r:id="Rfc56e91c62e34f35"/>
    <p:sldId xmlns:r="http://schemas.openxmlformats.org/officeDocument/2006/relationships" id="262" r:id="Rde8d25e0accc4871"/>
    <p:sldId xmlns:r="http://schemas.openxmlformats.org/officeDocument/2006/relationships" id="263" r:id="R1720bf802c504a2c"/>
    <p:sldId xmlns:r="http://schemas.openxmlformats.org/officeDocument/2006/relationships" id="264" r:id="R7f0ca2da416f45a4"/>
    <p:sldId xmlns:r="http://schemas.openxmlformats.org/officeDocument/2006/relationships" id="265" r:id="Rba2e50c80e3743b9"/>
    <p:sldId xmlns:r="http://schemas.openxmlformats.org/officeDocument/2006/relationships" id="266" r:id="Rebfef41e0add4fbf"/>
    <p:sldId xmlns:r="http://schemas.openxmlformats.org/officeDocument/2006/relationships" id="267" r:id="R712b54d687aa402e"/>
    <p:sldId xmlns:r="http://schemas.openxmlformats.org/officeDocument/2006/relationships" id="268" r:id="R13ebda21431d4af7"/>
    <p:sldId xmlns:r="http://schemas.openxmlformats.org/officeDocument/2006/relationships" id="269" r:id="R3885ef5127a44ff5"/>
    <p:sldId xmlns:r="http://schemas.openxmlformats.org/officeDocument/2006/relationships" id="270" r:id="Rd61fa8c2c42b47b6"/>
    <p:sldId xmlns:r="http://schemas.openxmlformats.org/officeDocument/2006/relationships" id="271" r:id="R132f451b8d1c4ba0"/>
  </p:sldIdLst>
  <p:sldSz cx="20574000" cy="12573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eaddb1d783d413e" Type="http://schemas.openxmlformats.org/officeDocument/2006/relationships/notesMaster" Target="notesMasters/notesMaster1.xml"/><Relationship Id="R132f451b8d1c4ba0" Type="http://schemas.openxmlformats.org/officeDocument/2006/relationships/slide" Target="slides/slide16.xml"/><Relationship Id="R13ebda21431d4af7" Type="http://schemas.openxmlformats.org/officeDocument/2006/relationships/slide" Target="slides/slide13.xml"/><Relationship Id="R1720bf802c504a2c" Type="http://schemas.openxmlformats.org/officeDocument/2006/relationships/slide" Target="slides/slide8.xml"/><Relationship Id="R1a9c340a2b9440e7" Type="http://schemas.openxmlformats.org/officeDocument/2006/relationships/slide" Target="slides/slide3.xml"/><Relationship Id="R1bd63b76d4f14cb4" Type="http://schemas.openxmlformats.org/officeDocument/2006/relationships/slide" Target="slides/slide2.xml"/><Relationship Id="R3885ef5127a44ff5" Type="http://schemas.openxmlformats.org/officeDocument/2006/relationships/slide" Target="slides/slide14.xml"/><Relationship Id="R712b54d687aa402e" Type="http://schemas.openxmlformats.org/officeDocument/2006/relationships/slide" Target="slides/slide12.xml"/><Relationship Id="R7f0ca2da416f45a4" Type="http://schemas.openxmlformats.org/officeDocument/2006/relationships/slide" Target="slides/slide9.xml"/><Relationship Id="R8ac0c21096d3442c" Type="http://schemas.openxmlformats.org/officeDocument/2006/relationships/tableStyles" Target="tableStyles.xml"/><Relationship Id="Rab74459f82c242bc" Type="http://schemas.openxmlformats.org/officeDocument/2006/relationships/presProps" Target="presProps.xml"/><Relationship Id="Rb19e4ae982124c13" Type="http://schemas.openxmlformats.org/officeDocument/2006/relationships/slideMaster" Target="slideMasters/slideMaster1.xml"/><Relationship Id="Rb995ea3d002a40e0" Type="http://schemas.openxmlformats.org/officeDocument/2006/relationships/slide" Target="slides/slide5.xml"/><Relationship Id="Rba2e50c80e3743b9" Type="http://schemas.openxmlformats.org/officeDocument/2006/relationships/slide" Target="slides/slide10.xml"/><Relationship Id="Rbc98e8ab788940da" Type="http://schemas.openxmlformats.org/officeDocument/2006/relationships/slide" Target="slides/slide1.xml"/><Relationship Id="Rc3dd3eb1f98447c4" Type="http://schemas.openxmlformats.org/officeDocument/2006/relationships/slide" Target="slides/slide4.xml"/><Relationship Id="Rd2bf17e68b9d4f03" Type="http://schemas.openxmlformats.org/officeDocument/2006/relationships/theme" Target="theme/theme1.xml"/><Relationship Id="Rd61fa8c2c42b47b6" Type="http://schemas.openxmlformats.org/officeDocument/2006/relationships/slide" Target="slides/slide15.xml"/><Relationship Id="Rde8d25e0accc4871" Type="http://schemas.openxmlformats.org/officeDocument/2006/relationships/slide" Target="slides/slide7.xml"/><Relationship Id="Rebfef41e0add4fbf" Type="http://schemas.openxmlformats.org/officeDocument/2006/relationships/slide" Target="slides/slide11.xml"/><Relationship Id="Rfc56e91c62e34f35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40edbb6034454f8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785450634684ba3" Type="http://schemas.openxmlformats.org/officeDocument/2006/relationships/notesMaster" Target="../notesMasters/notesMaster1.xml"/><Relationship Id="R8333007367444be0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ba65c7b1ba2c4015" Type="http://schemas.openxmlformats.org/officeDocument/2006/relationships/slide" Target="../slides/slide2.xml"/><Relationship Id="Rc99d401aa2f24285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8e890b3e0d66448c" Type="http://schemas.openxmlformats.org/officeDocument/2006/relationships/notesMaster" Target="../notesMasters/notesMaster1.xml"/><Relationship Id="Rcf083ea1f7e447d5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f3a21390abf45ad" Type="http://schemas.openxmlformats.org/officeDocument/2006/relationships/notesMaster" Target="../notesMasters/notesMaster1.xml"/><Relationship Id="Re7f80fcad0c14ab6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a61e2bd52958493e" Type="http://schemas.openxmlformats.org/officeDocument/2006/relationships/notesMaster" Target="../notesMasters/notesMaster1.xml"/><Relationship Id="Rc6187028bf2a4d4e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df758d5eb564333" Type="http://schemas.openxmlformats.org/officeDocument/2006/relationships/notesMaster" Target="../notesMasters/notesMaster1.xml"/><Relationship Id="R72833576c7ba4ce7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992237aa96b94634" Type="http://schemas.openxmlformats.org/officeDocument/2006/relationships/notesMaster" Target="../notesMasters/notesMaster1.xml"/><Relationship Id="Rb8fb1a1eeb894fb5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54e8d1d173214cc6" Type="http://schemas.openxmlformats.org/officeDocument/2006/relationships/slide" Target="../slides/slide8.xml"/><Relationship Id="Rd6be32a30d994c2b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ca847523c6664ba2" Type="http://schemas.openxmlformats.org/officeDocument/2006/relationships/slide" Target="../slides/slide9.xml"/><Relationship Id="Rec1e13a692214aa5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ce25a01c8b0c4ed5" Type="http://schemas.openxmlformats.org/officeDocument/2006/relationships/notesMaster" Target="../notesMasters/notesMaster1.xml"/><Relationship Id="Rf1f36aba13e44fab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f2a6647d30ea4acc" Type="http://schemas.openxmlformats.org/officeDocument/2006/relationships/slide" Target="../slides/slide11.xml"/><Relationship Id="Rf4c84a2891af450c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07a8eced329f4224" Type="http://schemas.openxmlformats.org/officeDocument/2006/relationships/slide" Target="../slides/slide12.xml"/><Relationship Id="Rdc4da1f3b6a24d5e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089358d1c39545e8" Type="http://schemas.openxmlformats.org/officeDocument/2006/relationships/notesMaster" Target="../notesMasters/notesMaster1.xml"/><Relationship Id="Rf65d4012d87d4b3d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976625efffca4473" Type="http://schemas.openxmlformats.org/officeDocument/2006/relationships/slide" Target="../slides/slide14.xml"/><Relationship Id="Rd76aa768b9f04b58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3ff2610220e54b36" Type="http://schemas.openxmlformats.org/officeDocument/2006/relationships/notesMaster" Target="../notesMasters/notesMaster1.xml"/><Relationship Id="R59276d181cb84bc8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4ff1b2443962465f" Type="http://schemas.openxmlformats.org/officeDocument/2006/relationships/slide" Target="../slides/slide16.xml"/><Relationship Id="R95a75e87c6c14a32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WordPress practitioner-list interface captured August 31,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WordPress practitioner-list interface captured August 31,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https://rebekahspureliving.com/practitioners/ (captured September 1,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a39e292b9264fc9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fbda48d9b97423a" Type="http://schemas.openxmlformats.org/officeDocument/2006/relationships/slideLayout" Target="../slideLayouts/slideLayout1.xml"/><Relationship Id="Rd014ceca7cef4fa7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bda48d9b9742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330b3ed025843d0" Type="http://schemas.openxmlformats.org/officeDocument/2006/relationships/slideLayout" Target="../slideLayouts/slideLayout1.xml"/><Relationship Id="R7756a77e14e8487a" Type="http://schemas.openxmlformats.org/officeDocument/2006/relationships/image" Target="../media/image.png"/><Relationship Id="R87b2cfb64ba2498d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92432633139e45b9" Type="http://schemas.openxmlformats.org/officeDocument/2006/relationships/notesSlide" Target="../notesSlides/notesSlide2.xml"/><Relationship Id="Rfbd47828ffbc495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5ae42f83eef4bca" Type="http://schemas.openxmlformats.org/officeDocument/2006/relationships/slideLayout" Target="../slideLayouts/slideLayout1.xml"/><Relationship Id="R75bdb6d465c54eea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e5551c2c3f24367" Type="http://schemas.openxmlformats.org/officeDocument/2006/relationships/image" Target="../media/image.jpeg"/><Relationship Id="R3eed87cfda124c1d" Type="http://schemas.openxmlformats.org/officeDocument/2006/relationships/slideLayout" Target="../slideLayouts/slideLayout1.xml"/><Relationship Id="R791aeb4dd2b847c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c0923b886c34f72" Type="http://schemas.openxmlformats.org/officeDocument/2006/relationships/notesSlide" Target="../notesSlides/notesSlide5.xml"/><Relationship Id="R47f0ada8a2824798" Type="http://schemas.openxmlformats.org/officeDocument/2006/relationships/image" Target="../media/image2.jpeg"/><Relationship Id="R56f0eac867cc4418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11b76e57156f48c2" Type="http://schemas.openxmlformats.org/officeDocument/2006/relationships/image" Target="../media/image3.jpeg"/><Relationship Id="R439fc73ce190495c" Type="http://schemas.openxmlformats.org/officeDocument/2006/relationships/slideLayout" Target="../slideLayouts/slideLayout1.xml"/><Relationship Id="Rddff4b8e703b429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8d22780ff4a04cd0" Type="http://schemas.openxmlformats.org/officeDocument/2006/relationships/slideLayout" Target="../slideLayouts/slideLayout1.xml"/><Relationship Id="Rb04cba8f589945a3" Type="http://schemas.openxmlformats.org/officeDocument/2006/relationships/notesSlide" Target="../notesSlides/notesSlide7.xml"/><Relationship Id="Rb455cddb1f524b53" Type="http://schemas.openxmlformats.org/officeDocument/2006/relationships/image" Target="../media/image4.jpeg"/></Relationships>
</file>

<file path=ppt/slides/_rels/slide8.xml.rels><?xml version='1.0' encoding='UTF-8' standalone='yes'?>
<Relationships xmlns="http://schemas.openxmlformats.org/package/2006/relationships"><Relationship Id="R40219713991443b1" Type="http://schemas.openxmlformats.org/officeDocument/2006/relationships/slideLayout" Target="../slideLayouts/slideLayout1.xml"/><Relationship Id="R7cdd2fb0a0c34d2e" Type="http://schemas.openxmlformats.org/officeDocument/2006/relationships/notesSlide" Target="../notesSlides/notesSlide8.xml"/><Relationship Id="Rc04652d1b735465c" Type="http://schemas.openxmlformats.org/officeDocument/2006/relationships/image" Target="../media/image5.jpeg"/></Relationships>
</file>

<file path=ppt/slides/_rels/slide9.xml.rels><?xml version='1.0' encoding='UTF-8' standalone='yes'?>
<Relationships xmlns="http://schemas.openxmlformats.org/package/2006/relationships"><Relationship Id="R30d4cff3b99e466e" Type="http://schemas.openxmlformats.org/officeDocument/2006/relationships/slideLayout" Target="../slideLayouts/slideLayout1.xml"/><Relationship Id="R4eb895b63bf14ae4" Type="http://schemas.openxmlformats.org/officeDocument/2006/relationships/notesSlide" Target="../notesSlides/notesSlide9.xml"/><Relationship Id="R9a1e0c5d15b241aa" Type="http://schemas.openxmlformats.org/officeDocument/2006/relationships/image" Target="../media/image6.jpeg"/></Relationships>
</file>

<file path=ppt/slides/_rels/slide10.xml.rels><?xml version='1.0' encoding='UTF-8' standalone='yes'?>
<Relationships xmlns="http://schemas.openxmlformats.org/package/2006/relationships"><Relationship Id="R439dafac3075463f" Type="http://schemas.openxmlformats.org/officeDocument/2006/relationships/slideLayout" Target="../slideLayouts/slideLayout1.xml"/><Relationship Id="Rcb921c9551a148cf" Type="http://schemas.openxmlformats.org/officeDocument/2006/relationships/notesSlide" Target="../notesSlides/notesSlide10.xml"/><Relationship Id="Rfa65282f85454ab0" Type="http://schemas.openxmlformats.org/officeDocument/2006/relationships/image" Target="../media/image7.jpeg"/></Relationships>
</file>

<file path=ppt/slides/_rels/slide11.xml.rels><?xml version='1.0' encoding='UTF-8' standalone='yes'?>
<Relationships xmlns="http://schemas.openxmlformats.org/package/2006/relationships"><Relationship Id="R2835ef3aa6cc4f85" Type="http://schemas.openxmlformats.org/officeDocument/2006/relationships/slideLayout" Target="../slideLayouts/slideLayout1.xml"/><Relationship Id="R830ddbe5105344ee" Type="http://schemas.openxmlformats.org/officeDocument/2006/relationships/image" Target="../media/image8.jpeg"/><Relationship Id="Rdf09083fcda44ccf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1d68ff47a8ae4762" Type="http://schemas.openxmlformats.org/officeDocument/2006/relationships/slideLayout" Target="../slideLayouts/slideLayout1.xml"/><Relationship Id="R62960c58ae9b4b15" Type="http://schemas.openxmlformats.org/officeDocument/2006/relationships/image" Target="../media/image9.jpeg"/><Relationship Id="Ra07795b694d7482a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39a2d2bc149240d6" Type="http://schemas.openxmlformats.org/officeDocument/2006/relationships/slideLayout" Target="../slideLayouts/slideLayout1.xml"/><Relationship Id="Ra0e12d62e76d4506" Type="http://schemas.openxmlformats.org/officeDocument/2006/relationships/image" Target="../media/image10.jpeg"/><Relationship Id="Ra2d76769ee83421b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6e27eb87bcc248b9" Type="http://schemas.openxmlformats.org/officeDocument/2006/relationships/image" Target="../media/image11.jpeg"/><Relationship Id="R78c21b98d4b24681" Type="http://schemas.openxmlformats.org/officeDocument/2006/relationships/notesSlide" Target="../notesSlides/notesSlide14.xml"/><Relationship Id="Rd3231699d2664cca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6673df2a67e449ee" Type="http://schemas.openxmlformats.org/officeDocument/2006/relationships/image" Target="../media/image12.jpeg"/><Relationship Id="Radfb66046c6647ae" Type="http://schemas.openxmlformats.org/officeDocument/2006/relationships/notesSlide" Target="../notesSlides/notesSlide15.xml"/><Relationship Id="Rdd4666498e2f4ce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1a7489f7dd48421e" Type="http://schemas.openxmlformats.org/officeDocument/2006/relationships/slideLayout" Target="../slideLayouts/slideLayout1.xml"/><Relationship Id="Rb7d9c6270bfd462e" Type="http://schemas.openxmlformats.org/officeDocument/2006/relationships/notesSlide" Target="../notesSlides/notesSlide1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BABED52-1D76-4E02-B163-D57F8FB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13CFB2-C687-4590-B3A8-D1B8DA4B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Update an existing practitioner listing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2E3B8FC-D92C-4A0B-99D8-38345304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EB80B92-E07A-4756-9C00-CE0EB15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START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84619A-C0FA-4E3E-B352-B352FEB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1/16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6a77e14e8487a"/>
          <a:stretch xmlns:a="http://schemas.openxmlformats.org/drawingml/2006/main"/>
        </p:blipFill>
        <p:spPr>
          <a:xfrm xmlns:a="http://schemas.openxmlformats.org/drawingml/2006/main">
            <a:off x="2619375" y="4221769"/>
            <a:ext cx="6191250" cy="1843462"/>
          </a:xfrm>
          <a:prstGeom xmlns:a="http://schemas.openxmlformats.org/drawingml/2006/main" prst="rect">
            <a:avLst/>
          </a:prstGeom>
        </p:spPr>
      </p:pic>
      <p:sp>
        <p:nvSpPr>
          <p:cNvPr id="7" name="start-copy">
            <a:extLst xmlns:a="http://schemas.openxmlformats.org/drawingml/2006/main">
              <a:ext uri="{FF2B5EF4-FFF2-40B4-BE49-F238E27FC236}">
                <a16:creationId xmlns:a16="http://schemas.microsoft.com/office/drawing/2014/main" id="{FD0B0792-5661-4247-8D82-0A0B7C3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0"/>
            <a:ext cx="7334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>
                <a:solidFill>
                  <a:srgbClr val="26342E"/>
                </a:solidFill>
              </a:defRPr>
            </a:pPr>
            <a:r>
              <a:rPr sz="3150">
                <a:solidFill>
                  <a:srgbClr val="26342E"/>
                </a:solidFill>
              </a:rPr>
              <a:t>Update approved practitioner information, save it safely, clear the applicable cache, and verify the live result.</a:t>
            </a:r>
          </a:p>
        </p:txBody>
      </p:sp>
      <p:sp>
        <p:nvSpPr>
          <p:cNvPr id="8" name="start-note">
            <a:extLst xmlns:a="http://schemas.openxmlformats.org/drawingml/2006/main">
              <a:ext uri="{FF2B5EF4-FFF2-40B4-BE49-F238E27FC236}">
                <a16:creationId xmlns:a16="http://schemas.microsoft.com/office/drawing/2014/main" id="{19647DDE-5E81-4CD6-B0A6-D4BB56B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85800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8E4B61"/>
                </a:solidFill>
              </a:defRPr>
            </a:pPr>
            <a:r>
              <a:rPr sz="1875" b="1">
                <a:solidFill>
                  <a:srgbClr val="8E4B61"/>
                </a:solidFill>
              </a:rPr>
              <a:t>Beginner lesson  •  Live website  •  Full-screen version</a:t>
            </a:r>
          </a:p>
        </p:txBody>
      </p:sp>
    </p:spTree>
    <p:extLst>
      <p:ext uri="{BB962C8B-B14F-4D97-AF65-F5344CB8AC3E}">
        <p14:creationId xmlns:p14="http://schemas.microsoft.com/office/powerpoint/2010/main" val="107211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5" name="Rectangle 14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AAAC990-8D1E-4DAB-997A-EDFDEDF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10642C-D403-4382-B182-DA2B80C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Required role: Editor or Administrator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DFD6EF21-F493-4E3D-BCA0-F34B881E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EE5A1D67-2C2D-449B-837A-5758D3F2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7D1B88-CE90-4A2F-8E7F-E71C907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2/16</a:t>
            </a:r>
          </a:p>
        </p:txBody>
      </p:sp>
      <p:sp>
        <p:nvSpPr>
          <p:cNvPr id="6" name="role-label">
            <a:extLst xmlns:a="http://schemas.openxmlformats.org/drawingml/2006/main">
              <a:ext uri="{FF2B5EF4-FFF2-40B4-BE49-F238E27FC236}">
                <a16:creationId xmlns:a16="http://schemas.microsoft.com/office/drawing/2014/main" id="{21CEF488-6E4F-44E8-8F05-6AA6704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71875"/>
            <a:ext cx="1333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WORDPRESS ROLE REQUIRED</a:t>
            </a:r>
          </a:p>
        </p:txBody>
      </p:sp>
      <p:sp>
        <p:nvSpPr>
          <p:cNvPr id="7" name="role-value">
            <a:extLst xmlns:a="http://schemas.openxmlformats.org/drawingml/2006/main">
              <a:ext uri="{FF2B5EF4-FFF2-40B4-BE49-F238E27FC236}">
                <a16:creationId xmlns:a16="http://schemas.microsoft.com/office/drawing/2014/main" id="{46264B56-1318-4C06-BC7F-797EDD1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29125"/>
            <a:ext cx="1524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174C3C"/>
                </a:solidFill>
              </a:defRPr>
            </a:pPr>
            <a:r>
              <a:rPr sz="4950" b="1">
                <a:solidFill>
                  <a:srgbClr val="174C3C"/>
                </a:solidFill>
              </a:rPr>
              <a:t>EDITOR OR ADMINISTRATOR</a:t>
            </a:r>
          </a:p>
        </p:txBody>
      </p:sp>
      <p:sp>
        <p:nvSpPr>
          <p:cNvPr id="8" name="enough-box">
            <a:extLst xmlns:a="http://schemas.openxmlformats.org/drawingml/2006/main">
              <a:ext uri="{FF2B5EF4-FFF2-40B4-BE49-F238E27FC236}">
                <a16:creationId xmlns:a16="http://schemas.microsoft.com/office/drawing/2014/main" id="{ADA83475-428E-40B9-B5D2-8A74D03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048375"/>
            <a:ext cx="8382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9" name="enough">
            <a:extLst xmlns:a="http://schemas.openxmlformats.org/drawingml/2006/main">
              <a:ext uri="{FF2B5EF4-FFF2-40B4-BE49-F238E27FC236}">
                <a16:creationId xmlns:a16="http://schemas.microsoft.com/office/drawing/2014/main" id="{EC6E3E80-72EC-4E67-B118-552C8EF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817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6342E"/>
                </a:solidFill>
              </a:defRPr>
            </a:pPr>
            <a:r>
              <a:rPr sz="2700" b="1">
                <a:solidFill>
                  <a:srgbClr val="26342E"/>
                </a:solidFill>
              </a:rPr>
              <a:t>Editor is enough for this task.</a:t>
            </a:r>
          </a:p>
        </p:txBody>
      </p:sp>
      <p:sp>
        <p:nvSpPr>
          <p:cNvPr id="10" name="role-stop">
            <a:extLst xmlns:a="http://schemas.openxmlformats.org/drawingml/2006/main">
              <a:ext uri="{FF2B5EF4-FFF2-40B4-BE49-F238E27FC236}">
                <a16:creationId xmlns:a16="http://schemas.microsoft.com/office/drawing/2014/main" id="{D2811582-6E8C-41B2-BFE0-81BE3B23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8096250"/>
            <a:ext cx="1133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you do not know your role, stop and ask Blue Nova before editing.</a:t>
            </a:r>
          </a:p>
        </p:txBody>
      </p:sp>
    </p:spTree>
    <p:extLst>
      <p:ext uri="{BB962C8B-B14F-4D97-AF65-F5344CB8AC3E}">
        <p14:creationId xmlns:p14="http://schemas.microsoft.com/office/powerpoint/2010/main" val="2054208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4" name="Rectangle 13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B7229F9-12EB-49C1-BA2F-1EBD756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4242D1-95A4-4875-8EFC-38843AC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Confirm the live login address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482FD05-761F-49C3-ACA9-8030C49E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1A4DEB5-1AD2-490C-AE6C-62F09632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E01E7C-6E97-4CF2-99D3-70E0A37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3/16</a:t>
            </a:r>
          </a:p>
        </p:txBody>
      </p:sp>
      <p:sp>
        <p:nvSpPr>
          <p:cNvPr id="6" name="login-label">
            <a:extLst xmlns:a="http://schemas.openxmlformats.org/drawingml/2006/main">
              <a:ext uri="{FF2B5EF4-FFF2-40B4-BE49-F238E27FC236}">
                <a16:creationId xmlns:a16="http://schemas.microsoft.com/office/drawing/2014/main" id="{78C377A7-C011-4BCE-9725-1E6D1FCD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LIVE WORDPRESS LOGIN</a:t>
            </a:r>
          </a:p>
        </p:txBody>
      </p:sp>
      <p:sp>
        <p:nvSpPr>
          <p:cNvPr id="7" name="url-box">
            <a:extLst xmlns:a="http://schemas.openxmlformats.org/drawingml/2006/main">
              <a:ext uri="{FF2B5EF4-FFF2-40B4-BE49-F238E27FC236}">
                <a16:creationId xmlns:a16="http://schemas.microsoft.com/office/drawing/2014/main" id="{676B7AB7-D045-4FD8-A8ED-29D78FD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19625"/>
            <a:ext cx="1466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8" name="login-url">
            <a:extLst xmlns:a="http://schemas.openxmlformats.org/drawingml/2006/main">
              <a:ext uri="{FF2B5EF4-FFF2-40B4-BE49-F238E27FC236}">
                <a16:creationId xmlns:a16="http://schemas.microsoft.com/office/drawing/2014/main" id="{DAB01ED3-B55B-44DD-90E8-1EA47BA4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43500"/>
            <a:ext cx="1333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4C3C"/>
                </a:solidFill>
              </a:defRPr>
            </a:pPr>
            <a:r>
              <a:rPr sz="3900" b="1">
                <a:solidFill>
                  <a:srgbClr val="174C3C"/>
                </a:solidFill>
              </a:rPr>
              <a:t>rebekahspureliving.com/wp-admin</a:t>
            </a:r>
          </a:p>
        </p:txBody>
      </p:sp>
      <p:sp>
        <p:nvSpPr>
          <p:cNvPr id="9" name="login-note">
            <a:extLst xmlns:a="http://schemas.openxmlformats.org/drawingml/2006/main">
              <a:ext uri="{FF2B5EF4-FFF2-40B4-BE49-F238E27FC236}">
                <a16:creationId xmlns:a16="http://schemas.microsoft.com/office/drawing/2014/main" id="{823C3F0D-DF47-464F-AAC9-2EC9A4A3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334250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8E4B61"/>
                </a:solidFill>
              </a:defRPr>
            </a:pPr>
            <a:r>
              <a:rPr sz="2250">
                <a:solidFill>
                  <a:srgbClr val="8E4B61"/>
                </a:solidFill>
              </a:rPr>
              <a:t>Confirm this live address before making a change.</a:t>
            </a:r>
          </a:p>
        </p:txBody>
      </p:sp>
    </p:spTree>
    <p:extLst>
      <p:ext uri="{BB962C8B-B14F-4D97-AF65-F5344CB8AC3E}">
        <p14:creationId xmlns:p14="http://schemas.microsoft.com/office/powerpoint/2010/main" val="836402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F343D95-AE8C-4643-9299-156D56A3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C60F5D-5F4D-45D1-8EDD-7331695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All Medical Practicioners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F909A626-4E05-4DAC-91C0-595BB386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BC08ABB-9DD7-45BB-8B1A-A43284DE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CC1960-09CB-4064-9742-4AA050A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4/16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F13372F0-B4C6-4533-885B-028729C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551c2c3f24367"/>
          <a:stretch xmlns:a="http://schemas.openxmlformats.org/drawingml/2006/main"/>
        </p:blipFill>
        <p:spPr>
          <a:xfrm xmlns:a="http://schemas.openxmlformats.org/drawingml/2006/main">
            <a:off x="2952483" y="2133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BC8955B9-8D63-40B6-AD88-D80B9B33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4370451"/>
            <a:ext cx="1334262" cy="1491234"/>
          </a:xfrm>
          <a:prstGeom xmlns:a="http://schemas.openxmlformats.org/drawingml/2006/main" prst="roundRect">
            <a:avLst>
              <a:gd name="adj" fmla="val 571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52115E4-E015-493B-932F-F18FDE7A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391325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ED2AAB70-0013-472B-84D6-E07BC2C6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33" y="403707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423055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143481F9-834A-47E5-A325-0D101CBF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F068E14-D72B-4670-9452-CF258107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Find the correct record and choose Edit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A2EA29D7-2ACD-4B7D-B5AA-1C15AF0D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8E1E140-201E-4AE7-87C0-370AB94F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39B4467-816E-4759-B376-76FF60E7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5/16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711B8736-D096-4EFF-AEE5-0F93BC61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0ada8a2824798"/>
          <a:stretch xmlns:a="http://schemas.openxmlformats.org/drawingml/2006/main"/>
        </p:blipFill>
        <p:spPr>
          <a:xfrm xmlns:a="http://schemas.openxmlformats.org/drawingml/2006/main">
            <a:off x="2952483" y="2133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8395BCD8-3491-4343-A080-48E0EBF2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988" y="3467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C29A73A6-4AE6-4794-8732-2A096D4A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988" y="3010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F7B89A-4DF5-4CDD-8967-44420CBA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238" y="3134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edit-cue-box">
            <a:extLst xmlns:a="http://schemas.openxmlformats.org/drawingml/2006/main">
              <a:ext uri="{FF2B5EF4-FFF2-40B4-BE49-F238E27FC236}">
                <a16:creationId xmlns:a16="http://schemas.microsoft.com/office/drawing/2014/main" id="{3DC60729-98AB-419F-8670-5757E712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190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edit-cue-instruction">
            <a:extLst xmlns:a="http://schemas.openxmlformats.org/drawingml/2006/main">
              <a:ext uri="{FF2B5EF4-FFF2-40B4-BE49-F238E27FC236}">
                <a16:creationId xmlns:a16="http://schemas.microsoft.com/office/drawing/2014/main" id="{FD1E51B8-97FF-43CA-A0FF-764F379A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4766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42E"/>
                </a:solidFill>
              </a:defRPr>
            </a:pPr>
            <a:r>
              <a:rPr sz="1725" b="1">
                <a:solidFill>
                  <a:srgbClr val="26342E"/>
                </a:solidFill>
              </a:rPr>
              <a:t>HOVER OVER THE CORRECT ROW</a:t>
            </a:r>
          </a:p>
        </p:txBody>
      </p:sp>
      <p:sp>
        <p:nvSpPr>
          <p:cNvPr id="15" name="edit-cue-action">
            <a:extLst xmlns:a="http://schemas.openxmlformats.org/drawingml/2006/main">
              <a:ext uri="{FF2B5EF4-FFF2-40B4-BE49-F238E27FC236}">
                <a16:creationId xmlns:a16="http://schemas.microsoft.com/office/drawing/2014/main" id="{686BEBBF-4C0E-4C8C-8C1A-8A824FA3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029075"/>
            <a:ext cx="500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4C3C"/>
                </a:solidFill>
              </a:defRPr>
            </a:pPr>
            <a:r>
              <a:rPr sz="2925" b="1">
                <a:solidFill>
                  <a:srgbClr val="174C3C"/>
                </a:solidFill>
              </a:rPr>
              <a:t>Then click Edit</a:t>
            </a:r>
          </a:p>
        </p:txBody>
      </p:sp>
    </p:spTree>
    <p:extLst>
      <p:ext uri="{BB962C8B-B14F-4D97-AF65-F5344CB8AC3E}">
        <p14:creationId xmlns:p14="http://schemas.microsoft.com/office/powerpoint/2010/main" val="4310802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E9E6FA6-B0B0-40DA-91DB-89CD8930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D9CA27-6EA9-421D-A76B-D742963A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Medical Practicioner Fields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1293AF6-FE7C-4032-99E0-26FF5664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05B85BF-E489-47F0-835C-A81B4785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5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D3589C4-D9D5-43D2-BB71-AC30A6C0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6/16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2558B131-DB65-4EB2-87A5-1F26D7B9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76e57156f48c2"/>
          <a:stretch xmlns:a="http://schemas.openxmlformats.org/drawingml/2006/main"/>
        </p:blipFill>
        <p:spPr>
          <a:xfrm xmlns:a="http://schemas.openxmlformats.org/drawingml/2006/main">
            <a:off x="2858300" y="2133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2FF21450-62B5-4892-94A6-FF0CFC65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5940171"/>
            <a:ext cx="11890629" cy="4787646"/>
          </a:xfrm>
          <a:prstGeom xmlns:a="http://schemas.openxmlformats.org/drawingml/2006/main" prst="roundRect">
            <a:avLst>
              <a:gd name="adj" fmla="val 1592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98F40A2C-7F3E-46BB-9626-D4B8B6A2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548297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734B08F6-49C9-4F2C-A153-275607E2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33" y="560679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169685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2829DCF-8334-4A11-92AA-AA873026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9BE32B-C955-439D-AA0F-C0D75D0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Choose only approved service categories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B7654F2-011D-472C-9567-1F4120A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7C30ABE2-3453-4749-9378-30981C9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321EEB-9D33-44CE-8749-CE76C91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7/16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3A46D963-A8F0-44D9-8034-67C6AA1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5cddb1f524b53"/>
          <a:stretch xmlns:a="http://schemas.openxmlformats.org/drawingml/2006/main"/>
        </p:blipFill>
        <p:spPr>
          <a:xfrm xmlns:a="http://schemas.openxmlformats.org/drawingml/2006/main">
            <a:off x="2858300" y="2133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43B94B79-7019-4BCB-BA54-2ED5D3B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5508498"/>
            <a:ext cx="9261348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D741AFC-ED9D-4B41-A2E1-063C3C0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505129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CEEB048B-20E4-418B-A596-BA8ACDE1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33" y="517512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0092640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0A95A64-F5B0-44B7-9713-BC9E41B4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6BB6CA-56ED-40B6-9A1E-E8FBC17A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Update the practice and public name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77B59FE8-443D-4492-91EA-9E45046E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85D188C-EA31-40E0-9586-75A69608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7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F027A5-28D3-461C-BA9A-EF4A5120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8/16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027E7F89-40CF-47A4-A8F5-1AB624BB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652d1b735465c"/>
          <a:stretch xmlns:a="http://schemas.openxmlformats.org/drawingml/2006/main"/>
        </p:blipFill>
        <p:spPr>
          <a:xfrm xmlns:a="http://schemas.openxmlformats.org/drawingml/2006/main">
            <a:off x="2858300" y="2133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181649F0-E664-40C2-9EB4-38F151F8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6254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08F3D016-7D5B-488B-A5BC-3EF8D50D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5796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2435039D-3438-4B61-AF0F-5F3E0110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33" y="5920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557156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27D9FC1-5260-4252-BB51-89A72D4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FE1540-B34E-4F3E-A3F5-5AEF9A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Edit the description in Visual mode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EBCAA534-4276-4EC9-962E-85E50B92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DD1637E-34F1-44FD-B840-90B49880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8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54D989C-85DA-4E82-B69E-E4B1A36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9/16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567CD9E-A9C3-4700-90A4-15F36698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e0c5d15b241aa"/>
          <a:stretch xmlns:a="http://schemas.openxmlformats.org/drawingml/2006/main"/>
        </p:blipFill>
        <p:spPr>
          <a:xfrm xmlns:a="http://schemas.openxmlformats.org/drawingml/2006/main">
            <a:off x="2858300" y="2133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F86AD51D-C12E-4956-A090-E429261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5626227"/>
            <a:ext cx="11890629" cy="4709160"/>
          </a:xfrm>
          <a:prstGeom xmlns:a="http://schemas.openxmlformats.org/drawingml/2006/main" prst="roundRect">
            <a:avLst>
              <a:gd name="adj" fmla="val 1618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BEA5DB97-AED1-49C8-BF20-A7B6FD7A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5169027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DB60F1F2-6E74-4006-B59B-D0276328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33" y="5292852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2132776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DA7032F-7E6B-4CE3-B00F-4B702D6A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057A19-5377-4D1E-B250-2E5DE94F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Add only approved public contact details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61719648-24DD-438D-94E8-5301BE01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978755A-D9CA-48B6-9573-E10438E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A2A232-1E7D-4AD4-B07A-DD9F5827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10/16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9091F1-2EB5-4DCE-8FD4-4EA769B5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5282f85454ab0"/>
          <a:stretch xmlns:a="http://schemas.openxmlformats.org/drawingml/2006/main"/>
        </p:blipFill>
        <p:spPr>
          <a:xfrm xmlns:a="http://schemas.openxmlformats.org/drawingml/2006/main">
            <a:off x="2858300" y="2133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E6F87FC-1C92-4486-A3E2-1B7B12C8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5430012"/>
            <a:ext cx="11890629" cy="5180076"/>
          </a:xfrm>
          <a:prstGeom xmlns:a="http://schemas.openxmlformats.org/drawingml/2006/main" prst="roundRect">
            <a:avLst>
              <a:gd name="adj" fmla="val 147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793BAAC-B320-4576-845D-79F558E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497281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6DA7D80F-A0B2-4384-A92A-9B553EF5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33" y="509663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7554256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0204415-C09B-43F4-A516-EEC81F60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162462-8680-4C8A-9A60-07430884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Review every field you changed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24D5385C-E589-4C92-8FC7-FC262FF7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0E3938C-6AC8-45DB-A8ED-156F323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10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BE663F-4CB9-43B0-A538-E0A353C7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11/16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9A4AD72-F189-4B70-82FC-AA50CB14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ddbe5105344ee"/>
          <a:stretch xmlns:a="http://schemas.openxmlformats.org/drawingml/2006/main"/>
        </p:blipFill>
        <p:spPr>
          <a:xfrm xmlns:a="http://schemas.openxmlformats.org/drawingml/2006/main">
            <a:off x="2858300" y="2133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016561C-4CDD-4D4B-A3FC-6569991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6254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3D2DF43-20BB-42E7-B00E-48996C7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5796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3A18022C-E37F-4BF8-9F20-7B03040C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33" y="5920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657546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AC37860-02D0-40F1-AAEC-EE8A903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3ED3AB-F080-471C-A7DD-3920DCF6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Select Save once—and wait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06BFEEE2-6DDB-483C-B2F7-35AE637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65A1AD8-730E-4F6A-BC01-73913E2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26265E-08BC-472F-BF44-245C92B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12/16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3542544-2909-447A-A48A-04F41BF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60c58ae9b4b15"/>
          <a:stretch xmlns:a="http://schemas.openxmlformats.org/drawingml/2006/main"/>
        </p:blipFill>
        <p:spPr>
          <a:xfrm xmlns:a="http://schemas.openxmlformats.org/drawingml/2006/main">
            <a:off x="2858300" y="2133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6B35B9E-062E-43EE-BB3A-6607DCC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8691" y="2133600"/>
            <a:ext cx="1922907" cy="981075"/>
          </a:xfrm>
          <a:prstGeom xmlns:a="http://schemas.openxmlformats.org/drawingml/2006/main" prst="roundRect">
            <a:avLst>
              <a:gd name="adj" fmla="val 7767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A0DD2F0-C3FE-4A82-AAC3-E5C6C3A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8691" y="2152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58E679B1-3331-4685-A450-09A5366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941" y="2276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4545670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5A71D21-0EF2-4507-993D-4DB38F8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3AC40A-A6CC-491E-9E0B-BB697AA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Clear only the record’s applicable cache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7F7DE6B-AEA3-495C-8875-2DB9340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7D68557-DCCA-4704-9414-561988D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EE6A30-5E38-4C0C-B1B5-183B8F0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13/16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71564A-9FFE-42A1-837F-141E5D5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12d62e76d4506"/>
          <a:stretch xmlns:a="http://schemas.openxmlformats.org/drawingml/2006/main"/>
        </p:blipFill>
        <p:spPr>
          <a:xfrm xmlns:a="http://schemas.openxmlformats.org/drawingml/2006/main">
            <a:off x="2952483" y="2133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5925F395-3AE0-458F-AC8F-92ECAC0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988" y="3467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11775FA4-9811-4BF9-A4C6-FA75DA40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988" y="3010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066C8F92-B295-4084-958B-157EE656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238" y="3134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cache-cue-box">
            <a:extLst xmlns:a="http://schemas.openxmlformats.org/drawingml/2006/main">
              <a:ext uri="{FF2B5EF4-FFF2-40B4-BE49-F238E27FC236}">
                <a16:creationId xmlns:a16="http://schemas.microsoft.com/office/drawing/2014/main" id="{63AE86B5-DAA9-4BC6-B2FB-5231AF08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190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cache-cue-instruction">
            <a:extLst xmlns:a="http://schemas.openxmlformats.org/drawingml/2006/main">
              <a:ext uri="{FF2B5EF4-FFF2-40B4-BE49-F238E27FC236}">
                <a16:creationId xmlns:a16="http://schemas.microsoft.com/office/drawing/2014/main" id="{CC0FB520-EB88-4FF0-929C-7722B705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4766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42E"/>
                </a:solidFill>
              </a:defRPr>
            </a:pPr>
            <a:r>
              <a:rPr sz="1725" b="1">
                <a:solidFill>
                  <a:srgbClr val="26342E"/>
                </a:solidFill>
              </a:rPr>
              <a:t>HOVER OVER THE CORRECT ROW</a:t>
            </a:r>
          </a:p>
        </p:txBody>
      </p:sp>
      <p:sp>
        <p:nvSpPr>
          <p:cNvPr id="15" name="cache-cue-action">
            <a:extLst xmlns:a="http://schemas.openxmlformats.org/drawingml/2006/main">
              <a:ext uri="{FF2B5EF4-FFF2-40B4-BE49-F238E27FC236}">
                <a16:creationId xmlns:a16="http://schemas.microsoft.com/office/drawing/2014/main" id="{B6D5F10A-0932-45CB-82F5-1F7B55C9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029075"/>
            <a:ext cx="500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Then click Clear Cache</a:t>
            </a:r>
          </a:p>
        </p:txBody>
      </p:sp>
    </p:spTree>
    <p:extLst>
      <p:ext uri="{BB962C8B-B14F-4D97-AF65-F5344CB8AC3E}">
        <p14:creationId xmlns:p14="http://schemas.microsoft.com/office/powerpoint/2010/main" val="18747029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AA533D2-BE24-46A8-A65F-98CE3B46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EDB082-46ED-4422-94D9-1E9547CC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Verify the exact public directory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5B8D6E69-0499-4817-BA76-B2F8FB8E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63A66C6-F41D-4B45-94BB-D40CE5D8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54369C-FB52-44DE-B423-2FDFF33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14/16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3A1A526-5618-4E26-AFAC-3CBDE0CC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7eb87bcc248b9"/>
          <a:stretch xmlns:a="http://schemas.openxmlformats.org/drawingml/2006/main"/>
        </p:blipFill>
        <p:spPr>
          <a:xfrm xmlns:a="http://schemas.openxmlformats.org/drawingml/2006/main">
            <a:off x="2524735" y="2541630"/>
            <a:ext cx="15524531" cy="801361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56D7C2D-EF40-4D21-8C26-2465770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100" y="4723638"/>
            <a:ext cx="11301984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8E5471D-3B6A-4F1F-8EE8-BCD0EEE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100" y="426643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B9940694-2672-4251-A044-50B23665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350" y="43902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4634348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7C4EE00-7D04-4B85-AE44-397B938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FEAAAD-0656-4343-A284-DD5066D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the full listing and check a phone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7CEDD81-6C44-49B3-B6BE-F0D0EDE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0604F83-8D73-4185-83C0-01685C9A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12E193-791F-4DAA-8DE2-0991E86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15/16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E640E1B-D4D1-4291-A802-A4751BD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3df2a67e449ee"/>
          <a:stretch xmlns:a="http://schemas.openxmlformats.org/drawingml/2006/main"/>
        </p:blipFill>
        <p:spPr>
          <a:xfrm xmlns:a="http://schemas.openxmlformats.org/drawingml/2006/main">
            <a:off x="2524735" y="2133600"/>
            <a:ext cx="15524531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6F05081D-1D84-41B2-AD2E-2381274E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586" y="2133600"/>
            <a:ext cx="4473702" cy="7220712"/>
          </a:xfrm>
          <a:prstGeom xmlns:a="http://schemas.openxmlformats.org/drawingml/2006/main" prst="roundRect">
            <a:avLst>
              <a:gd name="adj" fmla="val 1703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EE2F574-CD98-424B-8C85-2E177CA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586" y="2152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E433C4-7BE3-4567-A7D4-BAC17E8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836" y="2276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7724168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4" name="Rectangle 13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6D56CF1-CB42-43F8-A171-CAD658D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12736A-3237-432B-A27F-95B5DF3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Finish every edit with the same three checks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6965DEC-E8BD-4604-B486-4FCC9370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261E1EE3-6C69-493C-8A0E-3A5F5D27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DONE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770A9C1-8828-4AC2-BAB6-54F4919F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16/16</a:t>
            </a:r>
          </a:p>
        </p:txBody>
      </p:sp>
      <p:sp>
        <p:nvSpPr>
          <p:cNvPr id="6" name="closing">
            <a:extLst xmlns:a="http://schemas.openxmlformats.org/drawingml/2006/main">
              <a:ext uri="{FF2B5EF4-FFF2-40B4-BE49-F238E27FC236}">
                <a16:creationId xmlns:a16="http://schemas.microsoft.com/office/drawing/2014/main" id="{C20E6F55-B1B6-4049-95D7-58D9DF00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67125"/>
            <a:ext cx="154305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74C3C"/>
          </a:solidFill>
          <a:ln xmlns:a="http://schemas.openxmlformats.org/drawingml/2006/main" w="9525">
            <a:solidFill>
              <a:srgbClr val="174C3C"/>
            </a:solidFill>
            <a:prstDash val="solid"/>
          </a:ln>
        </p:spPr>
      </p:sp>
      <p:sp>
        <p:nvSpPr>
          <p:cNvPr id="7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B82384AB-1979-489F-BB04-85435FC7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67250"/>
            <a:ext cx="1343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SAVE  →  CLEAR THE APPLICABLE CACHE  →  VERIFY THE EXACT PUBLIC PAGE</a:t>
            </a:r>
          </a:p>
        </p:txBody>
      </p:sp>
      <p:sp>
        <p:nvSpPr>
          <p:cNvPr id="8" name="closing-sub">
            <a:extLst xmlns:a="http://schemas.openxmlformats.org/drawingml/2006/main">
              <a:ext uri="{FF2B5EF4-FFF2-40B4-BE49-F238E27FC236}">
                <a16:creationId xmlns:a16="http://schemas.microsoft.com/office/drawing/2014/main" id="{D717D01D-A1BB-48AE-AF6E-28C4FB58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334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Check the result on desktop and phone.</a:t>
            </a:r>
          </a:p>
        </p:txBody>
      </p:sp>
      <p:sp>
        <p:nvSpPr>
          <p:cNvPr id="9" name="closing-help">
            <a:extLst xmlns:a="http://schemas.openxmlformats.org/drawingml/2006/main">
              <a:ext uri="{FF2B5EF4-FFF2-40B4-BE49-F238E27FC236}">
                <a16:creationId xmlns:a16="http://schemas.microsoft.com/office/drawing/2014/main" id="{01968A25-814D-43CE-B680-CB35891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86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any check fails, take a screenshot and contact Blue Nova before changing anything again.</a:t>
            </a:r>
          </a:p>
        </p:txBody>
      </p:sp>
    </p:spTree>
    <p:extLst>
      <p:ext uri="{BB962C8B-B14F-4D97-AF65-F5344CB8AC3E}">
        <p14:creationId xmlns:p14="http://schemas.microsoft.com/office/powerpoint/2010/main" val="773685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2026-09-01T11:41:30.5530000Z</dcterms:created>
  <dcterms:modified xsi:type="dcterms:W3CDTF">2026-09-01T11:41:30.5530000Z</dcterms:modified>
</coreProperties>
</file>