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8d489a54d4290" /><Relationship Type="http://schemas.openxmlformats.org/officeDocument/2006/relationships/extended-properties" Target="/docProps/app.xml" Id="Ra8cbb6b6216d4a8d" /><Relationship Type="http://schemas.openxmlformats.org/officeDocument/2006/relationships/officeDocument" Target="/ppt/presentation.xml" Id="R17b2b4640ba7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957c4e31924fcd"/>
  </p:sldMasterIdLst>
  <p:notesMasterIdLst>
    <p:notesMasterId xmlns:r="http://schemas.openxmlformats.org/officeDocument/2006/relationships" r:id="Raaba586cd4b34b7f"/>
  </p:notesMasterIdLst>
  <p:sldIdLst>
    <p:sldId xmlns:r="http://schemas.openxmlformats.org/officeDocument/2006/relationships" id="256" r:id="R103abf9b97b7436d"/>
    <p:sldId xmlns:r="http://schemas.openxmlformats.org/officeDocument/2006/relationships" id="257" r:id="Rfcfd16b4cb504026"/>
    <p:sldId xmlns:r="http://schemas.openxmlformats.org/officeDocument/2006/relationships" id="258" r:id="R3dac159c069a4d51"/>
    <p:sldId xmlns:r="http://schemas.openxmlformats.org/officeDocument/2006/relationships" id="259" r:id="R9d8e188abec74ec3"/>
    <p:sldId xmlns:r="http://schemas.openxmlformats.org/officeDocument/2006/relationships" id="260" r:id="Rab76c5f8e3fb4433"/>
    <p:sldId xmlns:r="http://schemas.openxmlformats.org/officeDocument/2006/relationships" id="261" r:id="R99257ff50a9342fc"/>
    <p:sldId xmlns:r="http://schemas.openxmlformats.org/officeDocument/2006/relationships" id="262" r:id="R15a4d93c94144418"/>
    <p:sldId xmlns:r="http://schemas.openxmlformats.org/officeDocument/2006/relationships" id="263" r:id="R9292f727fa014cb4"/>
    <p:sldId xmlns:r="http://schemas.openxmlformats.org/officeDocument/2006/relationships" id="264" r:id="R7c355ab44f2b4b7e"/>
    <p:sldId xmlns:r="http://schemas.openxmlformats.org/officeDocument/2006/relationships" id="265" r:id="Rd695594cd6f648b1"/>
    <p:sldId xmlns:r="http://schemas.openxmlformats.org/officeDocument/2006/relationships" id="266" r:id="R25ed39814c9140ab"/>
    <p:sldId xmlns:r="http://schemas.openxmlformats.org/officeDocument/2006/relationships" id="267" r:id="R9d25243010eb4c7a"/>
    <p:sldId xmlns:r="http://schemas.openxmlformats.org/officeDocument/2006/relationships" id="268" r:id="Ra4b64b40b3404bcc"/>
    <p:sldId xmlns:r="http://schemas.openxmlformats.org/officeDocument/2006/relationships" id="269" r:id="Rc5b03c1477d346d2"/>
    <p:sldId xmlns:r="http://schemas.openxmlformats.org/officeDocument/2006/relationships" id="270" r:id="R3cf927fd333e4cae"/>
    <p:sldId xmlns:r="http://schemas.openxmlformats.org/officeDocument/2006/relationships" id="271" r:id="R4823ea936d9647c4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dc3e4cd79c46c9" /><Relationship Type="http://schemas.openxmlformats.org/officeDocument/2006/relationships/slideMaster" Target="/ppt/slideMasters/slideMaster1.xml" Id="R50957c4e31924fcd" /><Relationship Type="http://schemas.openxmlformats.org/officeDocument/2006/relationships/notesMaster" Target="/ppt/notesMasters/notesMaster1.xml" Id="Raaba586cd4b34b7f" /><Relationship Type="http://schemas.openxmlformats.org/officeDocument/2006/relationships/presProps" Target="/ppt/presProps.xml" Id="R77a2ad444b894b8a" /><Relationship Type="http://schemas.openxmlformats.org/officeDocument/2006/relationships/tableStyles" Target="/ppt/tableStyles.xml" Id="Rd0e2acbf6ac948c6" /><Relationship Type="http://schemas.openxmlformats.org/officeDocument/2006/relationships/slide" Target="/ppt/slides/slide1.xml" Id="R103abf9b97b7436d" /><Relationship Type="http://schemas.openxmlformats.org/officeDocument/2006/relationships/slide" Target="/ppt/slides/slide2.xml" Id="Rfcfd16b4cb504026" /><Relationship Type="http://schemas.openxmlformats.org/officeDocument/2006/relationships/slide" Target="/ppt/slides/slide3.xml" Id="R3dac159c069a4d51" /><Relationship Type="http://schemas.openxmlformats.org/officeDocument/2006/relationships/slide" Target="/ppt/slides/slide4.xml" Id="R9d8e188abec74ec3" /><Relationship Type="http://schemas.openxmlformats.org/officeDocument/2006/relationships/slide" Target="/ppt/slides/slide5.xml" Id="Rab76c5f8e3fb4433" /><Relationship Type="http://schemas.openxmlformats.org/officeDocument/2006/relationships/slide" Target="/ppt/slides/slide6.xml" Id="R99257ff50a9342fc" /><Relationship Type="http://schemas.openxmlformats.org/officeDocument/2006/relationships/slide" Target="/ppt/slides/slide7.xml" Id="R15a4d93c94144418" /><Relationship Type="http://schemas.openxmlformats.org/officeDocument/2006/relationships/slide" Target="/ppt/slides/slide8.xml" Id="R9292f727fa014cb4" /><Relationship Type="http://schemas.openxmlformats.org/officeDocument/2006/relationships/slide" Target="/ppt/slides/slide9.xml" Id="R7c355ab44f2b4b7e" /><Relationship Type="http://schemas.openxmlformats.org/officeDocument/2006/relationships/slide" Target="/ppt/slides/slide10.xml" Id="Rd695594cd6f648b1" /><Relationship Type="http://schemas.openxmlformats.org/officeDocument/2006/relationships/slide" Target="/ppt/slides/slide11.xml" Id="R25ed39814c9140ab" /><Relationship Type="http://schemas.openxmlformats.org/officeDocument/2006/relationships/slide" Target="/ppt/slides/slide12.xml" Id="R9d25243010eb4c7a" /><Relationship Type="http://schemas.openxmlformats.org/officeDocument/2006/relationships/slide" Target="/ppt/slides/slide13.xml" Id="Ra4b64b40b3404bcc" /><Relationship Type="http://schemas.openxmlformats.org/officeDocument/2006/relationships/slide" Target="/ppt/slides/slide14.xml" Id="Rc5b03c1477d346d2" /><Relationship Type="http://schemas.openxmlformats.org/officeDocument/2006/relationships/slide" Target="/ppt/slides/slide15.xml" Id="R3cf927fd333e4cae" /><Relationship Type="http://schemas.openxmlformats.org/officeDocument/2006/relationships/slide" Target="/ppt/slides/slide16.xml" Id="R4823ea936d9647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4b859a1d8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3ce9ad0b354856" /><Relationship Type="http://schemas.openxmlformats.org/officeDocument/2006/relationships/notesMaster" Target="/ppt/notesMasters/notesMaster1.xml" Id="Rf46c040bb87545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42ee0faf74996" /><Relationship Type="http://schemas.openxmlformats.org/officeDocument/2006/relationships/notesMaster" Target="/ppt/notesMasters/notesMaster1.xml" Id="Rb250439ebbad46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69760db3a54162" /><Relationship Type="http://schemas.openxmlformats.org/officeDocument/2006/relationships/notesMaster" Target="/ppt/notesMasters/notesMaster1.xml" Id="Rf2b06016dcef41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14ab9a3bf94a2c" /><Relationship Type="http://schemas.openxmlformats.org/officeDocument/2006/relationships/notesMaster" Target="/ppt/notesMasters/notesMaster1.xml" Id="R51a3c881f69a40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83e20ce1e44629" /><Relationship Type="http://schemas.openxmlformats.org/officeDocument/2006/relationships/notesMaster" Target="/ppt/notesMasters/notesMaster1.xml" Id="R8e29a97be36b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ece650a4194b50" /><Relationship Type="http://schemas.openxmlformats.org/officeDocument/2006/relationships/notesMaster" Target="/ppt/notesMasters/notesMaster1.xml" Id="R011093eb1fd447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a4a6e6f5244be" /><Relationship Type="http://schemas.openxmlformats.org/officeDocument/2006/relationships/notesMaster" Target="/ppt/notesMasters/notesMaster1.xml" Id="R9ea31bae402245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e100ee98fe40d2" /><Relationship Type="http://schemas.openxmlformats.org/officeDocument/2006/relationships/notesMaster" Target="/ppt/notesMasters/notesMaster1.xml" Id="R6f5e8fc1ad7948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4f990ab8454398" /><Relationship Type="http://schemas.openxmlformats.org/officeDocument/2006/relationships/notesMaster" Target="/ppt/notesMasters/notesMaster1.xml" Id="R99fea54cf50b49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a3fd82be9448d2" /><Relationship Type="http://schemas.openxmlformats.org/officeDocument/2006/relationships/notesMaster" Target="/ppt/notesMasters/notesMaster1.xml" Id="R240ecd337b1b480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24453a140b4f8a" /><Relationship Type="http://schemas.openxmlformats.org/officeDocument/2006/relationships/notesMaster" Target="/ppt/notesMasters/notesMaster1.xml" Id="Rf45772d3424649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12dec6d18463c" /><Relationship Type="http://schemas.openxmlformats.org/officeDocument/2006/relationships/notesMaster" Target="/ppt/notesMasters/notesMaster1.xml" Id="R5648cc8e7eab4c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f26c99294c47c0" /><Relationship Type="http://schemas.openxmlformats.org/officeDocument/2006/relationships/notesMaster" Target="/ppt/notesMasters/notesMaster1.xml" Id="Rf956c18ab18b45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d9ef24ccb0343ab" /><Relationship Type="http://schemas.openxmlformats.org/officeDocument/2006/relationships/notesMaster" Target="/ppt/notesMasters/notesMaster1.xml" Id="R0632aaeb212e44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d8bd68687d44196" /><Relationship Type="http://schemas.openxmlformats.org/officeDocument/2006/relationships/notesMaster" Target="/ppt/notesMasters/notesMaster1.xml" Id="R7a148e4fe81443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e932ccedd441d4" /><Relationship Type="http://schemas.openxmlformats.org/officeDocument/2006/relationships/notesMaster" Target="/ppt/notesMasters/notesMaster1.xml" Id="R6439c51b334f48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9845744d1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b2444cf96d443e" /><Relationship Type="http://schemas.openxmlformats.org/officeDocument/2006/relationships/slideLayout" Target="/ppt/slideLayouts/slideLayout1.xml" Id="R2014f99f84a549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14f99f84a549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04b95a0594597" /><Relationship Type="http://schemas.openxmlformats.org/officeDocument/2006/relationships/image" Target="/ppt/media/image.png" Id="R699bf7de05ff4925" /><Relationship Type="http://schemas.openxmlformats.org/officeDocument/2006/relationships/notesSlide" Target="/ppt/notesSlides/notesSlide1.xml" Id="Rc5adf23c225c4e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15228dd924c8b" /><Relationship Type="http://schemas.openxmlformats.org/officeDocument/2006/relationships/notesSlide" Target="/ppt/notesSlides/notesSlide2.xml" Id="R5333a62781214b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b58d330074dae" /><Relationship Type="http://schemas.openxmlformats.org/officeDocument/2006/relationships/notesSlide" Target="/ppt/notesSlides/notesSlide3.xml" Id="R94f2dda9da4a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b95403b73476b" /><Relationship Type="http://schemas.openxmlformats.org/officeDocument/2006/relationships/image" Target="/ppt/media/image.jpeg" Id="Rdacf502feb374bad" /><Relationship Type="http://schemas.openxmlformats.org/officeDocument/2006/relationships/notesSlide" Target="/ppt/notesSlides/notesSlide4.xml" Id="R0eb26dd0c0444e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ee26e90f5424e" /><Relationship Type="http://schemas.openxmlformats.org/officeDocument/2006/relationships/image" Target="/ppt/media/image2.jpeg" Id="R8a76c275d8bf46b2" /><Relationship Type="http://schemas.openxmlformats.org/officeDocument/2006/relationships/notesSlide" Target="/ppt/notesSlides/notesSlide5.xml" Id="Rc14e974b8b7741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970c1c344df1" /><Relationship Type="http://schemas.openxmlformats.org/officeDocument/2006/relationships/image" Target="/ppt/media/image3.jpeg" Id="R4f47e2504f144df0" /><Relationship Type="http://schemas.openxmlformats.org/officeDocument/2006/relationships/notesSlide" Target="/ppt/notesSlides/notesSlide6.xml" Id="Rb2ce48a3e112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3fe2659184f70" /><Relationship Type="http://schemas.openxmlformats.org/officeDocument/2006/relationships/image" Target="/ppt/media/image4.jpeg" Id="Ra3472e1e04734d87" /><Relationship Type="http://schemas.openxmlformats.org/officeDocument/2006/relationships/notesSlide" Target="/ppt/notesSlides/notesSlide7.xml" Id="R10ee1deb8c0749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74e9ecb064e1a" /><Relationship Type="http://schemas.openxmlformats.org/officeDocument/2006/relationships/image" Target="/ppt/media/image5.jpeg" Id="R17c1339410c64deb" /><Relationship Type="http://schemas.openxmlformats.org/officeDocument/2006/relationships/notesSlide" Target="/ppt/notesSlides/notesSlide8.xml" Id="Rec1e52b335f84a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67ed6f9944043" /><Relationship Type="http://schemas.openxmlformats.org/officeDocument/2006/relationships/image" Target="/ppt/media/image6.jpeg" Id="R9418064fb9744078" /><Relationship Type="http://schemas.openxmlformats.org/officeDocument/2006/relationships/notesSlide" Target="/ppt/notesSlides/notesSlide9.xml" Id="Raa61065c9db44e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88263394a4432" /><Relationship Type="http://schemas.openxmlformats.org/officeDocument/2006/relationships/image" Target="/ppt/media/image7.jpeg" Id="R2777f3a9e15b4030" /><Relationship Type="http://schemas.openxmlformats.org/officeDocument/2006/relationships/notesSlide" Target="/ppt/notesSlides/notesSlide10.xml" Id="R5671c02ca99f46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98a15003f4b20" /><Relationship Type="http://schemas.openxmlformats.org/officeDocument/2006/relationships/image" Target="/ppt/media/image8.jpeg" Id="R0eb2c86a84f24ef7" /><Relationship Type="http://schemas.openxmlformats.org/officeDocument/2006/relationships/notesSlide" Target="/ppt/notesSlides/notesSlide11.xml" Id="Rf794d067e7b847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27298a5204e94" /><Relationship Type="http://schemas.openxmlformats.org/officeDocument/2006/relationships/image" Target="/ppt/media/image9.jpeg" Id="R3c0e689ed9894558" /><Relationship Type="http://schemas.openxmlformats.org/officeDocument/2006/relationships/notesSlide" Target="/ppt/notesSlides/notesSlide12.xml" Id="R26d492605f7a40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cf4398784fa6" /><Relationship Type="http://schemas.openxmlformats.org/officeDocument/2006/relationships/image" Target="/ppt/media/image10.jpeg" Id="Rddfc41ad377642ec" /><Relationship Type="http://schemas.openxmlformats.org/officeDocument/2006/relationships/notesSlide" Target="/ppt/notesSlides/notesSlide13.xml" Id="Re3f8cc1a27ac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79ced97b84f85" /><Relationship Type="http://schemas.openxmlformats.org/officeDocument/2006/relationships/image" Target="/ppt/media/image11.jpeg" Id="Ra41b0ece28dd47a3" /><Relationship Type="http://schemas.openxmlformats.org/officeDocument/2006/relationships/notesSlide" Target="/ppt/notesSlides/notesSlide14.xml" Id="Re8ed016347974b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3fe4872194167" /><Relationship Type="http://schemas.openxmlformats.org/officeDocument/2006/relationships/image" Target="/ppt/media/image12.jpeg" Id="R6c1dddc72a644141" /><Relationship Type="http://schemas.openxmlformats.org/officeDocument/2006/relationships/notesSlide" Target="/ppt/notesSlides/notesSlide15.xml" Id="R797b1984d70149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aa3a0cd2b4448" /><Relationship Type="http://schemas.openxmlformats.org/officeDocument/2006/relationships/notesSlide" Target="/ppt/notesSlides/notesSlide16.xml" Id="Rbf64de1e4c5a4c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an existing practitioner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1/16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bf7de05ff4925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Update approved practitioner information, save it safely,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role: Editor or Administrator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you do not know your role, stop and ask Blue Nova before editing.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Confirm the live login address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Confirm this live address before making a change.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f502feb374bad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Find the correct record and choose Edit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6c275d8bf46b2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Medical Practicioner Fields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7e2504f144df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72e1e04734d8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Update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1339410c64deb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Edit the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064fb974407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7f3a9e15b403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you changed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2c86a84f24ef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Select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e689ed989455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Clear only the record’s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c41ad377642ec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1b0ece28dd47a3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dddc72a644141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Finish every edit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Practitioner editing v1.2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THE APPLICABLE CACHE  →  VERIFY THE EXACT PUBLIC PAGE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result on desktop and phone.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any check fails, take a screenshot and contact Blue Nova before changing anything again.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2026-08-31T21:09:07.7980000Z</dcterms:created>
  <dcterms:modified xsi:type="dcterms:W3CDTF">2026-08-31T21:09:07.7980000Z</dcterms:modified>
</coreProperties>
</file>